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MI R" userId="71e4aa681d746557" providerId="LiveId" clId="{4149B887-FE37-4805-B1B3-81EE6AB92D65}"/>
    <pc:docChg chg="modSld">
      <pc:chgData name="RASHMI R" userId="71e4aa681d746557" providerId="LiveId" clId="{4149B887-FE37-4805-B1B3-81EE6AB92D65}" dt="2026-05-11T10:25:26.883" v="6" actId="20577"/>
      <pc:docMkLst>
        <pc:docMk/>
      </pc:docMkLst>
      <pc:sldChg chg="modSp mod">
        <pc:chgData name="RASHMI R" userId="71e4aa681d746557" providerId="LiveId" clId="{4149B887-FE37-4805-B1B3-81EE6AB92D65}" dt="2026-05-11T10:25:26.883" v="6" actId="20577"/>
        <pc:sldMkLst>
          <pc:docMk/>
          <pc:sldMk cId="0" sldId="256"/>
        </pc:sldMkLst>
        <pc:spChg chg="mod">
          <ac:chgData name="RASHMI R" userId="71e4aa681d746557" providerId="LiveId" clId="{4149B887-FE37-4805-B1B3-81EE6AB92D65}" dt="2026-05-11T10:25:26.883" v="6" actId="20577"/>
          <ac:spMkLst>
            <pc:docMk/>
            <pc:sldMk cId="0" sldId="256"/>
            <ac:spMk id="7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78750CEB-8A70-40A7-8FED-BCED3555D547}" type="datetimeFigureOut">
              <a:rPr lang="en-IN" smtClean="0"/>
              <a:t>11-05-2026</a:t>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D532035-F463-4513-ADE1-BC9BE45378E0}" type="slidenum">
              <a:rPr lang="en-IN" smtClean="0"/>
              <a:t>‹#›</a:t>
            </a:fld>
            <a:endParaRPr lang="en-IN"/>
          </a:p>
        </p:txBody>
      </p:sp>
    </p:spTree>
    <p:extLst>
      <p:ext uri="{BB962C8B-B14F-4D97-AF65-F5344CB8AC3E}">
        <p14:creationId xmlns:p14="http://schemas.microsoft.com/office/powerpoint/2010/main" val="3609712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247760" y="2564640"/>
            <a:ext cx="15771240" cy="4276800"/>
          </a:xfrm>
          <a:prstGeom prst="rect">
            <a:avLst/>
          </a:prstGeom>
          <a:noFill/>
          <a:ln w="0">
            <a:noFill/>
          </a:ln>
        </p:spPr>
        <p:txBody>
          <a:bodyPr lIns="91440" tIns="45720" rIns="91440" bIns="45720" anchor="b">
            <a:noAutofit/>
          </a:bodyPr>
          <a:lstStyle/>
          <a:p>
            <a:pPr indent="0" defTabSz="1371600">
              <a:lnSpc>
                <a:spcPct val="90000"/>
              </a:lnSpc>
              <a:buNone/>
              <a:tabLst>
                <a:tab pos="0" algn="l"/>
              </a:tabLst>
            </a:pPr>
            <a:r>
              <a:rPr lang="en-US" sz="9000" b="0" u="none" strike="noStrike">
                <a:solidFill>
                  <a:schemeClr val="dk1"/>
                </a:solidFill>
                <a:effectLst/>
                <a:uFillTx/>
                <a:latin typeface="Calibri Light"/>
              </a:rPr>
              <a:t>Click to edit Master title style</a:t>
            </a:r>
            <a:endParaRPr lang="en-IN" sz="9000" b="0" u="none" strike="noStrike">
              <a:solidFill>
                <a:srgbClr val="000000"/>
              </a:solidFill>
              <a:effectLst/>
              <a:uFillTx/>
              <a:latin typeface="Arial"/>
            </a:endParaRPr>
          </a:p>
        </p:txBody>
      </p:sp>
      <p:sp>
        <p:nvSpPr>
          <p:cNvPr id="6" name="PlaceHolder 2"/>
          <p:cNvSpPr>
            <a:spLocks noGrp="1"/>
          </p:cNvSpPr>
          <p:nvPr>
            <p:ph type="body"/>
          </p:nvPr>
        </p:nvSpPr>
        <p:spPr>
          <a:xfrm>
            <a:off x="1247760" y="6884280"/>
            <a:ext cx="15771240" cy="2248200"/>
          </a:xfrm>
          <a:prstGeom prst="rect">
            <a:avLst/>
          </a:prstGeom>
          <a:noFill/>
          <a:ln w="0">
            <a:noFill/>
          </a:ln>
        </p:spPr>
        <p:txBody>
          <a:bodyPr lIns="91440" tIns="45720" rIns="91440" bIns="45720" anchor="t">
            <a:noAutofit/>
          </a:bodyPr>
          <a:lstStyle/>
          <a:p>
            <a:pPr indent="0" defTabSz="1371600">
              <a:lnSpc>
                <a:spcPct val="90000"/>
              </a:lnSpc>
              <a:spcBef>
                <a:spcPts val="1500"/>
              </a:spcBef>
              <a:buNone/>
              <a:tabLst>
                <a:tab pos="0" algn="l"/>
              </a:tabLst>
            </a:pPr>
            <a:r>
              <a:rPr lang="en-US" sz="3600" b="0" u="none" strike="noStrike">
                <a:solidFill>
                  <a:schemeClr val="dk1">
                    <a:tint val="75000"/>
                  </a:schemeClr>
                </a:solidFill>
                <a:effectLst/>
                <a:uFillTx/>
                <a:latin typeface="Calibri"/>
              </a:rPr>
              <a:t>Click to edit Master text styles</a:t>
            </a:r>
            <a:endParaRPr lang="en-IN" sz="3600" b="0" u="none" strike="noStrike">
              <a:solidFill>
                <a:srgbClr val="000000"/>
              </a:solidFill>
              <a:effectLst/>
              <a:uFillTx/>
              <a:latin typeface="Arial"/>
            </a:endParaRPr>
          </a:p>
        </p:txBody>
      </p:sp>
      <p:sp>
        <p:nvSpPr>
          <p:cNvPr id="2" name="PlaceHolder 3"/>
          <p:cNvSpPr>
            <a:spLocks noGrp="1"/>
          </p:cNvSpPr>
          <p:nvPr>
            <p:ph type="dt" idx="1"/>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3" name="PlaceHolder 4"/>
          <p:cNvSpPr>
            <a:spLocks noGrp="1"/>
          </p:cNvSpPr>
          <p:nvPr>
            <p:ph type="ftr" idx="2"/>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4" name="PlaceHolder 5"/>
          <p:cNvSpPr>
            <a:spLocks noGrp="1"/>
          </p:cNvSpPr>
          <p:nvPr>
            <p:ph type="sldNum" idx="3"/>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DBFCB528-8659-491D-BD3D-85CEB52D38AF}"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257480" y="547560"/>
            <a:ext cx="15771240" cy="1986120"/>
          </a:xfrm>
          <a:prstGeom prst="rect">
            <a:avLst/>
          </a:prstGeom>
          <a:noFill/>
          <a:ln w="0">
            <a:noFill/>
          </a:ln>
        </p:spPr>
        <p:txBody>
          <a:bodyPr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6" name="PlaceHolder 2"/>
          <p:cNvSpPr>
            <a:spLocks noGrp="1"/>
          </p:cNvSpPr>
          <p:nvPr>
            <p:ph type="body"/>
          </p:nvPr>
        </p:nvSpPr>
        <p:spPr>
          <a:xfrm>
            <a:off x="1257480" y="2738520"/>
            <a:ext cx="7770240" cy="652500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7" name="PlaceHolder 3"/>
          <p:cNvSpPr>
            <a:spLocks noGrp="1"/>
          </p:cNvSpPr>
          <p:nvPr>
            <p:ph type="body"/>
          </p:nvPr>
        </p:nvSpPr>
        <p:spPr>
          <a:xfrm>
            <a:off x="9258480" y="2738520"/>
            <a:ext cx="7770240" cy="652500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8" name="PlaceHolder 4"/>
          <p:cNvSpPr>
            <a:spLocks noGrp="1"/>
          </p:cNvSpPr>
          <p:nvPr>
            <p:ph type="dt" idx="4"/>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9" name="PlaceHolder 5"/>
          <p:cNvSpPr>
            <a:spLocks noGrp="1"/>
          </p:cNvSpPr>
          <p:nvPr>
            <p:ph type="ftr" idx="5"/>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10" name="PlaceHolder 6"/>
          <p:cNvSpPr>
            <a:spLocks noGrp="1"/>
          </p:cNvSpPr>
          <p:nvPr>
            <p:ph type="sldNum" idx="6"/>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8E3BDD6-1E6E-46F0-97BD-E38135CA190E}"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259640" y="547560"/>
            <a:ext cx="15771240" cy="1986120"/>
          </a:xfrm>
          <a:prstGeom prst="rect">
            <a:avLst/>
          </a:prstGeom>
          <a:noFill/>
          <a:ln w="0">
            <a:noFill/>
          </a:ln>
        </p:spPr>
        <p:txBody>
          <a:bodyPr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12" name="PlaceHolder 2"/>
          <p:cNvSpPr>
            <a:spLocks noGrp="1"/>
          </p:cNvSpPr>
          <p:nvPr>
            <p:ph type="body"/>
          </p:nvPr>
        </p:nvSpPr>
        <p:spPr>
          <a:xfrm>
            <a:off x="1259640" y="2521800"/>
            <a:ext cx="7734600" cy="1233720"/>
          </a:xfrm>
          <a:prstGeom prst="rect">
            <a:avLst/>
          </a:prstGeom>
          <a:noFill/>
          <a:ln w="0">
            <a:noFill/>
          </a:ln>
        </p:spPr>
        <p:txBody>
          <a:bodyPr lIns="91440" tIns="45720" rIns="91440" bIns="45720" anchor="b">
            <a:noAutofit/>
          </a:bodyPr>
          <a:lstStyle/>
          <a:p>
            <a:pPr indent="0" defTabSz="1371600">
              <a:lnSpc>
                <a:spcPct val="90000"/>
              </a:lnSpc>
              <a:spcBef>
                <a:spcPts val="1500"/>
              </a:spcBef>
              <a:buNone/>
              <a:tabLst>
                <a:tab pos="0" algn="l"/>
              </a:tabLst>
            </a:pPr>
            <a:r>
              <a:rPr lang="en-US" sz="3600" b="1" u="none" strike="noStrike">
                <a:solidFill>
                  <a:schemeClr val="dk1"/>
                </a:solidFill>
                <a:effectLst/>
                <a:uFillTx/>
                <a:latin typeface="Calibri"/>
              </a:rPr>
              <a:t>Click to edit Master text styles</a:t>
            </a:r>
            <a:endParaRPr lang="en-IN" sz="3600" b="0" u="none" strike="noStrike">
              <a:solidFill>
                <a:srgbClr val="000000"/>
              </a:solidFill>
              <a:effectLst/>
              <a:uFillTx/>
              <a:latin typeface="Arial"/>
            </a:endParaRPr>
          </a:p>
        </p:txBody>
      </p:sp>
      <p:sp>
        <p:nvSpPr>
          <p:cNvPr id="13" name="PlaceHolder 3"/>
          <p:cNvSpPr>
            <a:spLocks noGrp="1"/>
          </p:cNvSpPr>
          <p:nvPr>
            <p:ph type="body"/>
          </p:nvPr>
        </p:nvSpPr>
        <p:spPr>
          <a:xfrm>
            <a:off x="1259640" y="3757680"/>
            <a:ext cx="7734600" cy="552456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14" name="PlaceHolder 4"/>
          <p:cNvSpPr>
            <a:spLocks noGrp="1"/>
          </p:cNvSpPr>
          <p:nvPr>
            <p:ph type="body"/>
          </p:nvPr>
        </p:nvSpPr>
        <p:spPr>
          <a:xfrm>
            <a:off x="9258480" y="2521800"/>
            <a:ext cx="7772760" cy="1233720"/>
          </a:xfrm>
          <a:prstGeom prst="rect">
            <a:avLst/>
          </a:prstGeom>
          <a:noFill/>
          <a:ln w="0">
            <a:noFill/>
          </a:ln>
        </p:spPr>
        <p:txBody>
          <a:bodyPr lIns="91440" tIns="45720" rIns="91440" bIns="45720" anchor="b">
            <a:noAutofit/>
          </a:bodyPr>
          <a:lstStyle/>
          <a:p>
            <a:pPr indent="0" defTabSz="1371600">
              <a:lnSpc>
                <a:spcPct val="90000"/>
              </a:lnSpc>
              <a:spcBef>
                <a:spcPts val="1500"/>
              </a:spcBef>
              <a:buNone/>
              <a:tabLst>
                <a:tab pos="0" algn="l"/>
              </a:tabLst>
            </a:pPr>
            <a:r>
              <a:rPr lang="en-US" sz="3600" b="1" u="none" strike="noStrike">
                <a:solidFill>
                  <a:schemeClr val="dk1"/>
                </a:solidFill>
                <a:effectLst/>
                <a:uFillTx/>
                <a:latin typeface="Calibri"/>
              </a:rPr>
              <a:t>Click to edit Master text styles</a:t>
            </a:r>
            <a:endParaRPr lang="en-IN" sz="3600" b="0" u="none" strike="noStrike">
              <a:solidFill>
                <a:srgbClr val="000000"/>
              </a:solidFill>
              <a:effectLst/>
              <a:uFillTx/>
              <a:latin typeface="Arial"/>
            </a:endParaRPr>
          </a:p>
        </p:txBody>
      </p:sp>
      <p:sp>
        <p:nvSpPr>
          <p:cNvPr id="15" name="PlaceHolder 5"/>
          <p:cNvSpPr>
            <a:spLocks noGrp="1"/>
          </p:cNvSpPr>
          <p:nvPr>
            <p:ph type="body"/>
          </p:nvPr>
        </p:nvSpPr>
        <p:spPr>
          <a:xfrm>
            <a:off x="9258480" y="3757680"/>
            <a:ext cx="7772760" cy="552456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16" name="PlaceHolder 6"/>
          <p:cNvSpPr>
            <a:spLocks noGrp="1"/>
          </p:cNvSpPr>
          <p:nvPr>
            <p:ph type="dt" idx="7"/>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17" name="PlaceHolder 7"/>
          <p:cNvSpPr>
            <a:spLocks noGrp="1"/>
          </p:cNvSpPr>
          <p:nvPr>
            <p:ph type="ftr" idx="8"/>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18" name="PlaceHolder 8"/>
          <p:cNvSpPr>
            <a:spLocks noGrp="1"/>
          </p:cNvSpPr>
          <p:nvPr>
            <p:ph type="sldNum" idx="9"/>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FA2BF7D-273F-466B-B1AD-E15A3351EDD4}"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257480" y="547560"/>
            <a:ext cx="15771240" cy="1986120"/>
          </a:xfrm>
          <a:prstGeom prst="rect">
            <a:avLst/>
          </a:prstGeom>
          <a:noFill/>
          <a:ln w="0">
            <a:noFill/>
          </a:ln>
        </p:spPr>
        <p:txBody>
          <a:bodyPr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20" name="PlaceHolder 2"/>
          <p:cNvSpPr>
            <a:spLocks noGrp="1"/>
          </p:cNvSpPr>
          <p:nvPr>
            <p:ph type="dt" idx="10"/>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21" name="PlaceHolder 3"/>
          <p:cNvSpPr>
            <a:spLocks noGrp="1"/>
          </p:cNvSpPr>
          <p:nvPr>
            <p:ph type="ftr" idx="11"/>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EE1E5AB-4C4E-4BF8-A9AE-9975FA3E48A7}"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dt" idx="13"/>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24" name="PlaceHolder 2"/>
          <p:cNvSpPr>
            <a:spLocks noGrp="1"/>
          </p:cNvSpPr>
          <p:nvPr>
            <p:ph type="ftr" idx="14"/>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25" name="PlaceHolder 3"/>
          <p:cNvSpPr>
            <a:spLocks noGrp="1"/>
          </p:cNvSpPr>
          <p:nvPr>
            <p:ph type="sldNum" idx="15"/>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4FACE25-A592-4C70-BFB6-25921C77D47A}"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
        <p:nvSpPr>
          <p:cNvPr id="26" name="PlaceHolder 4"/>
          <p:cNvSpPr>
            <a:spLocks noGrp="1"/>
          </p:cNvSpPr>
          <p:nvPr>
            <p:ph type="title"/>
          </p:nvPr>
        </p:nvSpPr>
        <p:spPr>
          <a:xfrm>
            <a:off x="914400" y="410400"/>
            <a:ext cx="16457040" cy="171576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IN" sz="1800" b="0" u="none" strike="noStrike">
              <a:solidFill>
                <a:srgbClr val="000000"/>
              </a:solidFill>
              <a:effectLst/>
              <a:uFillTx/>
              <a:latin typeface="Arial"/>
            </a:endParaRPr>
          </a:p>
        </p:txBody>
      </p:sp>
      <p:sp>
        <p:nvSpPr>
          <p:cNvPr id="27" name="PlaceHolder 5"/>
          <p:cNvSpPr>
            <a:spLocks noGrp="1"/>
          </p:cNvSpPr>
          <p:nvPr>
            <p:ph type="body"/>
          </p:nvPr>
        </p:nvSpPr>
        <p:spPr>
          <a:xfrm>
            <a:off x="914400" y="2406960"/>
            <a:ext cx="16457040" cy="59641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4200" b="0" u="none" strike="noStrike">
                <a:solidFill>
                  <a:schemeClr val="dk1"/>
                </a:solidFill>
                <a:effectLst/>
                <a:uFillTx/>
                <a:latin typeface="Calibri"/>
              </a:rPr>
              <a:t>Click to edit the outline text format</a:t>
            </a:r>
            <a:endParaRPr lang="en-IN" sz="42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3000" b="0" u="none" strike="noStrike">
                <a:solidFill>
                  <a:schemeClr val="dk1"/>
                </a:solidFill>
                <a:effectLst/>
                <a:uFillTx/>
                <a:latin typeface="Calibri"/>
              </a:rPr>
              <a:t>Second Outline Level</a:t>
            </a:r>
            <a:endParaRPr lang="en-IN" sz="3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700" b="0" u="none" strike="noStrike">
                <a:solidFill>
                  <a:schemeClr val="dk1"/>
                </a:solidFill>
                <a:effectLst/>
                <a:uFillTx/>
                <a:latin typeface="Calibri"/>
              </a:rPr>
              <a:t>Third Outline Level</a:t>
            </a:r>
            <a:endParaRPr lang="en-IN" sz="27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700" b="0" u="none" strike="noStrike">
                <a:solidFill>
                  <a:schemeClr val="dk1"/>
                </a:solidFill>
                <a:effectLst/>
                <a:uFillTx/>
                <a:latin typeface="Calibri"/>
              </a:rPr>
              <a:t>Fourth Outline Level</a:t>
            </a:r>
            <a:endParaRPr lang="en-IN" sz="27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1259640" y="685800"/>
            <a:ext cx="5896080" cy="2398320"/>
          </a:xfrm>
          <a:prstGeom prst="rect">
            <a:avLst/>
          </a:prstGeom>
          <a:noFill/>
          <a:ln w="0">
            <a:noFill/>
          </a:ln>
        </p:spPr>
        <p:txBody>
          <a:bodyPr lIns="91440" tIns="45720" rIns="91440" bIns="45720" anchor="b">
            <a:noAutofit/>
          </a:bodyPr>
          <a:lstStyle/>
          <a:p>
            <a:pPr indent="0" defTabSz="1371600">
              <a:lnSpc>
                <a:spcPct val="90000"/>
              </a:lnSpc>
              <a:buNone/>
              <a:tabLst>
                <a:tab pos="0" algn="l"/>
              </a:tabLst>
            </a:pPr>
            <a:r>
              <a:rPr lang="en-US" sz="4800" b="0" u="none" strike="noStrike">
                <a:solidFill>
                  <a:schemeClr val="dk1"/>
                </a:solidFill>
                <a:effectLst/>
                <a:uFillTx/>
                <a:latin typeface="Calibri Light"/>
              </a:rPr>
              <a:t>Click to edit Master title style</a:t>
            </a:r>
            <a:endParaRPr lang="en-IN" sz="4800" b="0" u="none" strike="noStrike">
              <a:solidFill>
                <a:srgbClr val="000000"/>
              </a:solidFill>
              <a:effectLst/>
              <a:uFillTx/>
              <a:latin typeface="Arial"/>
            </a:endParaRPr>
          </a:p>
        </p:txBody>
      </p:sp>
      <p:sp>
        <p:nvSpPr>
          <p:cNvPr id="29" name="PlaceHolder 2"/>
          <p:cNvSpPr>
            <a:spLocks noGrp="1"/>
          </p:cNvSpPr>
          <p:nvPr>
            <p:ph type="body"/>
          </p:nvPr>
        </p:nvSpPr>
        <p:spPr>
          <a:xfrm>
            <a:off x="7774920" y="1481040"/>
            <a:ext cx="9256320" cy="730836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800" b="0" u="none" strike="noStrike">
                <a:solidFill>
                  <a:schemeClr val="dk1"/>
                </a:solidFill>
                <a:effectLst/>
                <a:uFillTx/>
                <a:latin typeface="Calibri"/>
              </a:rPr>
              <a:t>Click to edit Master text styles</a:t>
            </a:r>
            <a:endParaRPr lang="en-IN" sz="48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4200" b="0" u="none" strike="noStrike">
                <a:solidFill>
                  <a:schemeClr val="dk1"/>
                </a:solidFill>
                <a:effectLst/>
                <a:uFillTx/>
                <a:latin typeface="Calibri"/>
              </a:rPr>
              <a:t>Second level</a:t>
            </a:r>
            <a:endParaRPr lang="en-IN" sz="42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Third level</a:t>
            </a:r>
            <a:endParaRPr lang="en-IN" sz="36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Fourth level</a:t>
            </a:r>
            <a:endParaRPr lang="en-IN" sz="30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Fifth level</a:t>
            </a:r>
            <a:endParaRPr lang="en-IN" sz="3000" b="0" u="none" strike="noStrike">
              <a:solidFill>
                <a:srgbClr val="000000"/>
              </a:solidFill>
              <a:effectLst/>
              <a:uFillTx/>
              <a:latin typeface="Arial"/>
            </a:endParaRPr>
          </a:p>
        </p:txBody>
      </p:sp>
      <p:sp>
        <p:nvSpPr>
          <p:cNvPr id="30" name="PlaceHolder 3"/>
          <p:cNvSpPr>
            <a:spLocks noGrp="1"/>
          </p:cNvSpPr>
          <p:nvPr>
            <p:ph type="body"/>
          </p:nvPr>
        </p:nvSpPr>
        <p:spPr>
          <a:xfrm>
            <a:off x="1259640" y="3086280"/>
            <a:ext cx="5896080" cy="5715360"/>
          </a:xfrm>
          <a:prstGeom prst="rect">
            <a:avLst/>
          </a:prstGeom>
          <a:noFill/>
          <a:ln w="0">
            <a:noFill/>
          </a:ln>
        </p:spPr>
        <p:txBody>
          <a:bodyPr lIns="91440" tIns="45720" rIns="91440" bIns="45720" anchor="t">
            <a:noAutofit/>
          </a:bodyPr>
          <a:lstStyle/>
          <a:p>
            <a:pPr indent="0" defTabSz="1371600">
              <a:lnSpc>
                <a:spcPct val="90000"/>
              </a:lnSpc>
              <a:spcBef>
                <a:spcPts val="1500"/>
              </a:spcBef>
              <a:buNone/>
              <a:tabLst>
                <a:tab pos="0" algn="l"/>
              </a:tabLst>
            </a:pPr>
            <a:r>
              <a:rPr lang="en-US" sz="2400" b="0"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p:txBody>
      </p:sp>
      <p:sp>
        <p:nvSpPr>
          <p:cNvPr id="31" name="PlaceHolder 4"/>
          <p:cNvSpPr>
            <a:spLocks noGrp="1"/>
          </p:cNvSpPr>
          <p:nvPr>
            <p:ph type="dt" idx="16"/>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32" name="PlaceHolder 5"/>
          <p:cNvSpPr>
            <a:spLocks noGrp="1"/>
          </p:cNvSpPr>
          <p:nvPr>
            <p:ph type="ftr" idx="17"/>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33" name="PlaceHolder 6"/>
          <p:cNvSpPr>
            <a:spLocks noGrp="1"/>
          </p:cNvSpPr>
          <p:nvPr>
            <p:ph type="sldNum" idx="18"/>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3198BAF-D186-4FD3-8C2F-935817FFBC20}"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1259640" y="685800"/>
            <a:ext cx="5896080" cy="2398320"/>
          </a:xfrm>
          <a:prstGeom prst="rect">
            <a:avLst/>
          </a:prstGeom>
          <a:noFill/>
          <a:ln w="0">
            <a:noFill/>
          </a:ln>
        </p:spPr>
        <p:txBody>
          <a:bodyPr lIns="91440" tIns="45720" rIns="91440" bIns="45720" anchor="b">
            <a:noAutofit/>
          </a:bodyPr>
          <a:lstStyle/>
          <a:p>
            <a:pPr indent="0" defTabSz="1371600">
              <a:lnSpc>
                <a:spcPct val="90000"/>
              </a:lnSpc>
              <a:buNone/>
              <a:tabLst>
                <a:tab pos="0" algn="l"/>
              </a:tabLst>
            </a:pPr>
            <a:r>
              <a:rPr lang="en-US" sz="4800" b="0" u="none" strike="noStrike">
                <a:solidFill>
                  <a:schemeClr val="dk1"/>
                </a:solidFill>
                <a:effectLst/>
                <a:uFillTx/>
                <a:latin typeface="Calibri Light"/>
              </a:rPr>
              <a:t>Click to edit Master title style</a:t>
            </a:r>
            <a:endParaRPr lang="en-IN" sz="4800" b="0" u="none" strike="noStrike">
              <a:solidFill>
                <a:srgbClr val="000000"/>
              </a:solidFill>
              <a:effectLst/>
              <a:uFillTx/>
              <a:latin typeface="Arial"/>
            </a:endParaRPr>
          </a:p>
        </p:txBody>
      </p:sp>
      <p:sp>
        <p:nvSpPr>
          <p:cNvPr id="35" name="PlaceHolder 2"/>
          <p:cNvSpPr>
            <a:spLocks noGrp="1"/>
          </p:cNvSpPr>
          <p:nvPr>
            <p:ph type="body"/>
          </p:nvPr>
        </p:nvSpPr>
        <p:spPr>
          <a:xfrm>
            <a:off x="7774920" y="1481040"/>
            <a:ext cx="9256320" cy="730836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4800" b="0" u="none" strike="noStrike">
                <a:solidFill>
                  <a:schemeClr val="dk1"/>
                </a:solidFill>
                <a:effectLst/>
                <a:uFillTx/>
                <a:latin typeface="Calibri"/>
              </a:rPr>
              <a:t>Click to edit the outline text format</a:t>
            </a:r>
            <a:endParaRPr lang="en-IN" sz="4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4800" b="0" u="none" strike="noStrike">
                <a:solidFill>
                  <a:schemeClr val="dk1"/>
                </a:solidFill>
                <a:effectLst/>
                <a:uFillTx/>
                <a:latin typeface="Calibri"/>
              </a:rPr>
              <a:t>Second Outline Level</a:t>
            </a:r>
            <a:endParaRPr lang="en-IN" sz="4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4800" b="0" u="none" strike="noStrike">
                <a:solidFill>
                  <a:schemeClr val="dk1"/>
                </a:solidFill>
                <a:effectLst/>
                <a:uFillTx/>
                <a:latin typeface="Calibri"/>
              </a:rPr>
              <a:t>Third Outline Level</a:t>
            </a:r>
            <a:endParaRPr lang="en-IN" sz="4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4800" b="0" u="none" strike="noStrike">
                <a:solidFill>
                  <a:schemeClr val="dk1"/>
                </a:solidFill>
                <a:effectLst/>
                <a:uFillTx/>
                <a:latin typeface="Calibri"/>
              </a:rPr>
              <a:t>Fourth Outline Level</a:t>
            </a:r>
            <a:endParaRPr lang="en-IN" sz="4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4800" b="0" u="none" strike="noStrike">
                <a:solidFill>
                  <a:schemeClr val="dk1"/>
                </a:solidFill>
                <a:effectLst/>
                <a:uFillTx/>
                <a:latin typeface="Calibri"/>
              </a:rPr>
              <a:t>Fifth Outline Level</a:t>
            </a:r>
            <a:endParaRPr lang="en-IN" sz="4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4800" b="0" u="none" strike="noStrike">
                <a:solidFill>
                  <a:schemeClr val="dk1"/>
                </a:solidFill>
                <a:effectLst/>
                <a:uFillTx/>
                <a:latin typeface="Calibri"/>
              </a:rPr>
              <a:t>Sixth Outline Level</a:t>
            </a:r>
            <a:endParaRPr lang="en-IN" sz="4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4800" b="0" u="none" strike="noStrike">
                <a:solidFill>
                  <a:schemeClr val="dk1"/>
                </a:solidFill>
                <a:effectLst/>
                <a:uFillTx/>
                <a:latin typeface="Calibri"/>
              </a:rPr>
              <a:t>Seventh Outline Level</a:t>
            </a:r>
            <a:endParaRPr lang="en-IN" sz="4800" b="0" u="none" strike="noStrike">
              <a:solidFill>
                <a:srgbClr val="000000"/>
              </a:solidFill>
              <a:effectLst/>
              <a:uFillTx/>
              <a:latin typeface="Arial"/>
            </a:endParaRPr>
          </a:p>
        </p:txBody>
      </p:sp>
      <p:sp>
        <p:nvSpPr>
          <p:cNvPr id="36" name="PlaceHolder 3"/>
          <p:cNvSpPr>
            <a:spLocks noGrp="1"/>
          </p:cNvSpPr>
          <p:nvPr>
            <p:ph type="body"/>
          </p:nvPr>
        </p:nvSpPr>
        <p:spPr>
          <a:xfrm>
            <a:off x="1259640" y="3086280"/>
            <a:ext cx="5896080" cy="5715360"/>
          </a:xfrm>
          <a:prstGeom prst="rect">
            <a:avLst/>
          </a:prstGeom>
          <a:noFill/>
          <a:ln w="0">
            <a:noFill/>
          </a:ln>
        </p:spPr>
        <p:txBody>
          <a:bodyPr lIns="91440" tIns="45720" rIns="91440" bIns="45720" anchor="t">
            <a:noAutofit/>
          </a:bodyPr>
          <a:lstStyle/>
          <a:p>
            <a:pPr indent="0" defTabSz="1371600">
              <a:lnSpc>
                <a:spcPct val="90000"/>
              </a:lnSpc>
              <a:spcBef>
                <a:spcPts val="1500"/>
              </a:spcBef>
              <a:buNone/>
              <a:tabLst>
                <a:tab pos="0" algn="l"/>
              </a:tabLst>
            </a:pPr>
            <a:r>
              <a:rPr lang="en-US" sz="2400" b="0"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p:txBody>
      </p:sp>
      <p:sp>
        <p:nvSpPr>
          <p:cNvPr id="37" name="PlaceHolder 4"/>
          <p:cNvSpPr>
            <a:spLocks noGrp="1"/>
          </p:cNvSpPr>
          <p:nvPr>
            <p:ph type="dt" idx="19"/>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38" name="PlaceHolder 5"/>
          <p:cNvSpPr>
            <a:spLocks noGrp="1"/>
          </p:cNvSpPr>
          <p:nvPr>
            <p:ph type="ftr" idx="20"/>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39" name="PlaceHolder 6"/>
          <p:cNvSpPr>
            <a:spLocks noGrp="1"/>
          </p:cNvSpPr>
          <p:nvPr>
            <p:ph type="sldNum" idx="21"/>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E3818FC-C426-4A63-971C-2A716AEE2AD9}"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286000" y="1683720"/>
            <a:ext cx="13713840" cy="3579120"/>
          </a:xfrm>
          <a:prstGeom prst="rect">
            <a:avLst/>
          </a:prstGeom>
          <a:noFill/>
          <a:ln w="0">
            <a:noFill/>
          </a:ln>
        </p:spPr>
        <p:txBody>
          <a:bodyPr lIns="91440" tIns="45720" rIns="91440" bIns="45720" anchor="b">
            <a:noAutofit/>
          </a:bodyPr>
          <a:lstStyle/>
          <a:p>
            <a:pPr indent="0" algn="ctr" defTabSz="1371600">
              <a:lnSpc>
                <a:spcPct val="90000"/>
              </a:lnSpc>
              <a:buNone/>
              <a:tabLst>
                <a:tab pos="0" algn="l"/>
              </a:tabLst>
            </a:pPr>
            <a:r>
              <a:rPr lang="en-US" sz="9000" b="0" u="none" strike="noStrike">
                <a:solidFill>
                  <a:schemeClr val="dk1"/>
                </a:solidFill>
                <a:effectLst/>
                <a:uFillTx/>
                <a:latin typeface="Calibri Light"/>
              </a:rPr>
              <a:t>Click to edit Master title style</a:t>
            </a:r>
            <a:endParaRPr lang="en-IN" sz="9000" b="0" u="none" strike="noStrike">
              <a:solidFill>
                <a:srgbClr val="000000"/>
              </a:solidFill>
              <a:effectLst/>
              <a:uFillTx/>
              <a:latin typeface="Arial"/>
            </a:endParaRPr>
          </a:p>
        </p:txBody>
      </p:sp>
      <p:sp>
        <p:nvSpPr>
          <p:cNvPr id="41" name="PlaceHolder 2"/>
          <p:cNvSpPr>
            <a:spLocks noGrp="1"/>
          </p:cNvSpPr>
          <p:nvPr>
            <p:ph type="dt" idx="22"/>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42" name="PlaceHolder 3"/>
          <p:cNvSpPr>
            <a:spLocks noGrp="1"/>
          </p:cNvSpPr>
          <p:nvPr>
            <p:ph type="ftr" idx="23"/>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B476C65-28C4-4C3A-B142-0A9349E93B1A}"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1257480" y="547560"/>
            <a:ext cx="15771240" cy="1986120"/>
          </a:xfrm>
          <a:prstGeom prst="rect">
            <a:avLst/>
          </a:prstGeom>
          <a:noFill/>
          <a:ln w="0">
            <a:noFill/>
          </a:ln>
        </p:spPr>
        <p:txBody>
          <a:bodyPr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45" name="PlaceHolder 2"/>
          <p:cNvSpPr>
            <a:spLocks noGrp="1"/>
          </p:cNvSpPr>
          <p:nvPr>
            <p:ph type="body"/>
          </p:nvPr>
        </p:nvSpPr>
        <p:spPr>
          <a:xfrm>
            <a:off x="1257480" y="2738520"/>
            <a:ext cx="15771240" cy="6525000"/>
          </a:xfrm>
          <a:prstGeom prst="rect">
            <a:avLst/>
          </a:prstGeom>
          <a:noFill/>
          <a:ln w="0">
            <a:noFill/>
          </a:ln>
        </p:spPr>
        <p:txBody>
          <a:bodyPr vert="eaVert"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46" name="PlaceHolder 3"/>
          <p:cNvSpPr>
            <a:spLocks noGrp="1"/>
          </p:cNvSpPr>
          <p:nvPr>
            <p:ph type="dt" idx="25"/>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47" name="PlaceHolder 4"/>
          <p:cNvSpPr>
            <a:spLocks noGrp="1"/>
          </p:cNvSpPr>
          <p:nvPr>
            <p:ph type="ftr" idx="26"/>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48" name="PlaceHolder 5"/>
          <p:cNvSpPr>
            <a:spLocks noGrp="1"/>
          </p:cNvSpPr>
          <p:nvPr>
            <p:ph type="sldNum" idx="27"/>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E6B5EB1-AD80-477D-A7EE-819D97CB03F9}"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13087440" y="547560"/>
            <a:ext cx="3941280" cy="8715600"/>
          </a:xfrm>
          <a:prstGeom prst="rect">
            <a:avLst/>
          </a:prstGeom>
          <a:noFill/>
          <a:ln w="0">
            <a:noFill/>
          </a:ln>
        </p:spPr>
        <p:txBody>
          <a:bodyPr vert="eaVert"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50" name="PlaceHolder 2"/>
          <p:cNvSpPr>
            <a:spLocks noGrp="1"/>
          </p:cNvSpPr>
          <p:nvPr>
            <p:ph type="body"/>
          </p:nvPr>
        </p:nvSpPr>
        <p:spPr>
          <a:xfrm>
            <a:off x="1257480" y="547560"/>
            <a:ext cx="11599200" cy="8715600"/>
          </a:xfrm>
          <a:prstGeom prst="rect">
            <a:avLst/>
          </a:prstGeom>
          <a:noFill/>
          <a:ln w="0">
            <a:noFill/>
          </a:ln>
        </p:spPr>
        <p:txBody>
          <a:bodyPr vert="eaVert"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51" name="PlaceHolder 3"/>
          <p:cNvSpPr>
            <a:spLocks noGrp="1"/>
          </p:cNvSpPr>
          <p:nvPr>
            <p:ph type="dt" idx="28"/>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52" name="PlaceHolder 4"/>
          <p:cNvSpPr>
            <a:spLocks noGrp="1"/>
          </p:cNvSpPr>
          <p:nvPr>
            <p:ph type="ftr" idx="29"/>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53" name="PlaceHolder 5"/>
          <p:cNvSpPr>
            <a:spLocks noGrp="1"/>
          </p:cNvSpPr>
          <p:nvPr>
            <p:ph type="sldNum" idx="30"/>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6D39D39-1BA1-45D9-B8A0-E2667C2DC8C2}"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and Content">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257480" y="547560"/>
            <a:ext cx="15771240" cy="1986120"/>
          </a:xfrm>
          <a:prstGeom prst="rect">
            <a:avLst/>
          </a:prstGeom>
          <a:noFill/>
          <a:ln w="0">
            <a:noFill/>
          </a:ln>
        </p:spPr>
        <p:txBody>
          <a:bodyPr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55" name="PlaceHolder 2"/>
          <p:cNvSpPr>
            <a:spLocks noGrp="1"/>
          </p:cNvSpPr>
          <p:nvPr>
            <p:ph type="body"/>
          </p:nvPr>
        </p:nvSpPr>
        <p:spPr>
          <a:xfrm>
            <a:off x="1257480" y="2738520"/>
            <a:ext cx="15771240" cy="652500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56" name="PlaceHolder 3"/>
          <p:cNvSpPr>
            <a:spLocks noGrp="1"/>
          </p:cNvSpPr>
          <p:nvPr>
            <p:ph type="dt" idx="31"/>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57" name="PlaceHolder 4"/>
          <p:cNvSpPr>
            <a:spLocks noGrp="1"/>
          </p:cNvSpPr>
          <p:nvPr>
            <p:ph type="ftr" idx="32"/>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58" name="PlaceHolder 5"/>
          <p:cNvSpPr>
            <a:spLocks noGrp="1"/>
          </p:cNvSpPr>
          <p:nvPr>
            <p:ph type="sldNum" idx="33"/>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7D26086-2BB4-4E68-87AD-CDDCC04E2F7B}"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Default">
    <p:bg>
      <p:bgPr>
        <a:solidFill>
          <a:srgbClr val="FFFFFF"/>
        </a:solidFill>
        <a:effectLst/>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1257480" y="547560"/>
            <a:ext cx="15771240" cy="1986120"/>
          </a:xfrm>
          <a:prstGeom prst="rect">
            <a:avLst/>
          </a:prstGeom>
          <a:noFill/>
          <a:ln w="0">
            <a:noFill/>
          </a:ln>
        </p:spPr>
        <p:txBody>
          <a:bodyPr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60" name="PlaceHolder 2"/>
          <p:cNvSpPr>
            <a:spLocks noGrp="1"/>
          </p:cNvSpPr>
          <p:nvPr>
            <p:ph type="body"/>
          </p:nvPr>
        </p:nvSpPr>
        <p:spPr>
          <a:xfrm>
            <a:off x="1257480" y="2738520"/>
            <a:ext cx="15771240" cy="652500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61" name="PlaceHolder 3"/>
          <p:cNvSpPr>
            <a:spLocks noGrp="1"/>
          </p:cNvSpPr>
          <p:nvPr>
            <p:ph type="dt" idx="34"/>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62" name="PlaceHolder 4"/>
          <p:cNvSpPr>
            <a:spLocks noGrp="1"/>
          </p:cNvSpPr>
          <p:nvPr>
            <p:ph type="ftr" idx="35"/>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63" name="PlaceHolder 5"/>
          <p:cNvSpPr>
            <a:spLocks noGrp="1"/>
          </p:cNvSpPr>
          <p:nvPr>
            <p:ph type="sldNum" idx="36"/>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0DFE6B2-8B05-468C-8EF7-5FF9FF43831F}"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efault 1">
    <p:bg>
      <p:bgPr>
        <a:solidFill>
          <a:srgbClr val="FFFFFF"/>
        </a:solidFill>
        <a:effectLst/>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1257480" y="547560"/>
            <a:ext cx="15771240" cy="1986120"/>
          </a:xfrm>
          <a:prstGeom prst="rect">
            <a:avLst/>
          </a:prstGeom>
          <a:noFill/>
          <a:ln w="0">
            <a:noFill/>
          </a:ln>
        </p:spPr>
        <p:txBody>
          <a:bodyPr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65" name="PlaceHolder 2"/>
          <p:cNvSpPr>
            <a:spLocks noGrp="1"/>
          </p:cNvSpPr>
          <p:nvPr>
            <p:ph type="body"/>
          </p:nvPr>
        </p:nvSpPr>
        <p:spPr>
          <a:xfrm>
            <a:off x="1257480" y="2738520"/>
            <a:ext cx="15771240" cy="652500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66" name="PlaceHolder 3"/>
          <p:cNvSpPr>
            <a:spLocks noGrp="1"/>
          </p:cNvSpPr>
          <p:nvPr>
            <p:ph type="dt" idx="37"/>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67" name="PlaceHolder 4"/>
          <p:cNvSpPr>
            <a:spLocks noGrp="1"/>
          </p:cNvSpPr>
          <p:nvPr>
            <p:ph type="ftr" idx="38"/>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68" name="PlaceHolder 5"/>
          <p:cNvSpPr>
            <a:spLocks noGrp="1"/>
          </p:cNvSpPr>
          <p:nvPr>
            <p:ph type="sldNum" idx="39"/>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AAFBCEA8-78F4-4EA5-B3DD-80BA72E11EBA}"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Default 2">
    <p:bg>
      <p:bgPr>
        <a:solidFill>
          <a:srgbClr val="FFFFFF"/>
        </a:solidFill>
        <a:effectLst/>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1257480" y="547560"/>
            <a:ext cx="15771240" cy="1986120"/>
          </a:xfrm>
          <a:prstGeom prst="rect">
            <a:avLst/>
          </a:prstGeom>
          <a:noFill/>
          <a:ln w="0">
            <a:noFill/>
          </a:ln>
        </p:spPr>
        <p:txBody>
          <a:bodyPr lIns="91440" tIns="45720" rIns="91440" bIns="45720" anchor="ctr">
            <a:noAutofit/>
          </a:bodyPr>
          <a:lstStyle/>
          <a:p>
            <a:pPr indent="0" defTabSz="1371600">
              <a:lnSpc>
                <a:spcPct val="90000"/>
              </a:lnSpc>
              <a:buNone/>
              <a:tabLst>
                <a:tab pos="0" algn="l"/>
              </a:tabLst>
            </a:pPr>
            <a:r>
              <a:rPr lang="en-US" sz="6600" b="0" u="none" strike="noStrike">
                <a:solidFill>
                  <a:schemeClr val="dk1"/>
                </a:solidFill>
                <a:effectLst/>
                <a:uFillTx/>
                <a:latin typeface="Calibri Light"/>
              </a:rPr>
              <a:t>Click to edit Master title style</a:t>
            </a:r>
            <a:endParaRPr lang="en-IN" sz="6600" b="0" u="none" strike="noStrike">
              <a:solidFill>
                <a:srgbClr val="000000"/>
              </a:solidFill>
              <a:effectLst/>
              <a:uFillTx/>
              <a:latin typeface="Arial"/>
            </a:endParaRPr>
          </a:p>
        </p:txBody>
      </p:sp>
      <p:sp>
        <p:nvSpPr>
          <p:cNvPr id="70" name="PlaceHolder 2"/>
          <p:cNvSpPr>
            <a:spLocks noGrp="1"/>
          </p:cNvSpPr>
          <p:nvPr>
            <p:ph type="body"/>
          </p:nvPr>
        </p:nvSpPr>
        <p:spPr>
          <a:xfrm>
            <a:off x="1257480" y="2738520"/>
            <a:ext cx="15771240" cy="6525000"/>
          </a:xfrm>
          <a:prstGeom prst="rect">
            <a:avLst/>
          </a:prstGeom>
          <a:noFill/>
          <a:ln w="0">
            <a:noFill/>
          </a:ln>
        </p:spPr>
        <p:txBody>
          <a:bodyPr lIns="91440" tIns="45720" rIns="91440" bIns="45720" anchor="t">
            <a:noAutofit/>
          </a:bodyPr>
          <a:lstStyle/>
          <a:p>
            <a:pPr marL="343080" indent="-343080" defTabSz="1371600">
              <a:lnSpc>
                <a:spcPct val="90000"/>
              </a:lnSpc>
              <a:spcBef>
                <a:spcPts val="1500"/>
              </a:spcBef>
              <a:buClr>
                <a:srgbClr val="000000"/>
              </a:buClr>
              <a:buFont typeface="Arial"/>
              <a:buChar char="•"/>
            </a:pPr>
            <a:r>
              <a:rPr lang="en-US" sz="4200" b="0" u="none" strike="noStrike">
                <a:solidFill>
                  <a:schemeClr val="dk1"/>
                </a:solidFill>
                <a:effectLst/>
                <a:uFillTx/>
                <a:latin typeface="Calibri"/>
              </a:rPr>
              <a:t>Click to edit Master text styles</a:t>
            </a:r>
            <a:endParaRPr lang="en-IN" sz="4200" b="0" u="none" strike="noStrike">
              <a:solidFill>
                <a:srgbClr val="000000"/>
              </a:solidFill>
              <a:effectLst/>
              <a:uFillTx/>
              <a:latin typeface="Arial"/>
            </a:endParaRPr>
          </a:p>
          <a:p>
            <a:pPr marL="1028880" lvl="1" indent="-343080" defTabSz="1371600">
              <a:lnSpc>
                <a:spcPct val="90000"/>
              </a:lnSpc>
              <a:spcBef>
                <a:spcPts val="751"/>
              </a:spcBef>
              <a:buClr>
                <a:srgbClr val="000000"/>
              </a:buClr>
              <a:buFont typeface="Arial"/>
              <a:buChar char="•"/>
            </a:pPr>
            <a:r>
              <a:rPr lang="en-US" sz="3600" b="0" u="none" strike="noStrike">
                <a:solidFill>
                  <a:schemeClr val="dk1"/>
                </a:solidFill>
                <a:effectLst/>
                <a:uFillTx/>
                <a:latin typeface="Calibri"/>
              </a:rPr>
              <a:t>Second level</a:t>
            </a:r>
            <a:endParaRPr lang="en-IN" sz="3600" b="0" u="none" strike="noStrike">
              <a:solidFill>
                <a:srgbClr val="000000"/>
              </a:solidFill>
              <a:effectLst/>
              <a:uFillTx/>
              <a:latin typeface="Arial"/>
            </a:endParaRPr>
          </a:p>
          <a:p>
            <a:pPr marL="1714680" lvl="2" indent="-343080" defTabSz="1371600">
              <a:lnSpc>
                <a:spcPct val="90000"/>
              </a:lnSpc>
              <a:spcBef>
                <a:spcPts val="751"/>
              </a:spcBef>
              <a:buClr>
                <a:srgbClr val="000000"/>
              </a:buClr>
              <a:buFont typeface="Arial"/>
              <a:buChar char="•"/>
            </a:pPr>
            <a:r>
              <a:rPr lang="en-US" sz="3000" b="0" u="none" strike="noStrike">
                <a:solidFill>
                  <a:schemeClr val="dk1"/>
                </a:solidFill>
                <a:effectLst/>
                <a:uFillTx/>
                <a:latin typeface="Calibri"/>
              </a:rPr>
              <a:t>Third level</a:t>
            </a:r>
            <a:endParaRPr lang="en-IN" sz="3000" b="0" u="none" strike="noStrike">
              <a:solidFill>
                <a:srgbClr val="000000"/>
              </a:solidFill>
              <a:effectLst/>
              <a:uFillTx/>
              <a:latin typeface="Arial"/>
            </a:endParaRPr>
          </a:p>
          <a:p>
            <a:pPr marL="2400480" lvl="3"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Fourth level</a:t>
            </a:r>
            <a:endParaRPr lang="en-IN" sz="2700" b="0" u="none" strike="noStrike">
              <a:solidFill>
                <a:srgbClr val="000000"/>
              </a:solidFill>
              <a:effectLst/>
              <a:uFillTx/>
              <a:latin typeface="Arial"/>
            </a:endParaRPr>
          </a:p>
          <a:p>
            <a:pPr marL="3086280" lvl="4" indent="-343080" defTabSz="1371600">
              <a:lnSpc>
                <a:spcPct val="90000"/>
              </a:lnSpc>
              <a:spcBef>
                <a:spcPts val="751"/>
              </a:spcBef>
              <a:buClr>
                <a:srgbClr val="000000"/>
              </a:buClr>
              <a:buFont typeface="Arial"/>
              <a:buChar char="•"/>
            </a:pPr>
            <a:r>
              <a:rPr lang="en-US" sz="2700" b="0" u="none" strike="noStrike">
                <a:solidFill>
                  <a:schemeClr val="dk1"/>
                </a:solidFill>
                <a:effectLst/>
                <a:uFillTx/>
                <a:latin typeface="Calibri"/>
              </a:rPr>
              <a:t>Fifth level</a:t>
            </a:r>
            <a:endParaRPr lang="en-IN" sz="2700" b="0" u="none" strike="noStrike">
              <a:solidFill>
                <a:srgbClr val="000000"/>
              </a:solidFill>
              <a:effectLst/>
              <a:uFillTx/>
              <a:latin typeface="Arial"/>
            </a:endParaRPr>
          </a:p>
        </p:txBody>
      </p:sp>
      <p:sp>
        <p:nvSpPr>
          <p:cNvPr id="71" name="PlaceHolder 3"/>
          <p:cNvSpPr>
            <a:spLocks noGrp="1"/>
          </p:cNvSpPr>
          <p:nvPr>
            <p:ph type="dt" idx="40"/>
          </p:nvPr>
        </p:nvSpPr>
        <p:spPr>
          <a:xfrm>
            <a:off x="1257480" y="9534600"/>
            <a:ext cx="4112640" cy="5454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72" name="PlaceHolder 4"/>
          <p:cNvSpPr>
            <a:spLocks noGrp="1"/>
          </p:cNvSpPr>
          <p:nvPr>
            <p:ph type="ftr" idx="41"/>
          </p:nvPr>
        </p:nvSpPr>
        <p:spPr>
          <a:xfrm>
            <a:off x="6058080" y="9534600"/>
            <a:ext cx="6170040" cy="5454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endParaRPr lang="en-IN" sz="1800" b="0" u="none" strike="noStrike">
              <a:solidFill>
                <a:srgbClr val="000000"/>
              </a:solidFill>
              <a:effectLst/>
              <a:uFillTx/>
              <a:latin typeface="Times New Roman"/>
            </a:endParaRPr>
          </a:p>
        </p:txBody>
      </p:sp>
      <p:sp>
        <p:nvSpPr>
          <p:cNvPr id="73" name="PlaceHolder 5"/>
          <p:cNvSpPr>
            <a:spLocks noGrp="1"/>
          </p:cNvSpPr>
          <p:nvPr>
            <p:ph type="sldNum" idx="42"/>
          </p:nvPr>
        </p:nvSpPr>
        <p:spPr>
          <a:xfrm>
            <a:off x="12916080" y="9534600"/>
            <a:ext cx="4112640" cy="545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8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F4F2EF6-0DFB-4ABA-AAE8-ABD2C1547CFC}" type="slidenum">
              <a:rPr lang="en-IN" sz="1800" b="0" u="none" strike="noStrike">
                <a:solidFill>
                  <a:schemeClr val="dk1">
                    <a:tint val="75000"/>
                  </a:schemeClr>
                </a:solidFill>
                <a:effectLst/>
                <a:uFillTx/>
                <a:latin typeface="Calibri"/>
              </a:rPr>
              <a:t>‹#›</a:t>
            </a:fld>
            <a:endParaRPr lang="en-IN" sz="18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mailto:prinston.smart@gmail.com" TargetMode="External"/><Relationship Id="rId2" Type="http://schemas.openxmlformats.org/officeDocument/2006/relationships/hyperlink" Target="mailto:Info@prinstonsmart.com" TargetMode="Externa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4" name="object 3"/>
          <p:cNvPicPr/>
          <p:nvPr/>
        </p:nvPicPr>
        <p:blipFill>
          <a:blip r:embed="rId2"/>
          <a:stretch/>
        </p:blipFill>
        <p:spPr>
          <a:xfrm>
            <a:off x="572760" y="896760"/>
            <a:ext cx="3007080" cy="1981800"/>
          </a:xfrm>
          <a:prstGeom prst="rect">
            <a:avLst/>
          </a:prstGeom>
          <a:noFill/>
          <a:ln w="0">
            <a:noFill/>
          </a:ln>
        </p:spPr>
      </p:pic>
      <p:pic>
        <p:nvPicPr>
          <p:cNvPr id="75" name="object 4"/>
          <p:cNvPicPr/>
          <p:nvPr/>
        </p:nvPicPr>
        <p:blipFill>
          <a:blip r:embed="rId3"/>
          <a:stretch/>
        </p:blipFill>
        <p:spPr>
          <a:xfrm>
            <a:off x="15211800" y="360000"/>
            <a:ext cx="2426760" cy="2417040"/>
          </a:xfrm>
          <a:prstGeom prst="rect">
            <a:avLst/>
          </a:prstGeom>
          <a:noFill/>
          <a:ln w="0">
            <a:noFill/>
          </a:ln>
        </p:spPr>
      </p:pic>
      <p:sp>
        <p:nvSpPr>
          <p:cNvPr id="76" name="PlaceHolder 1"/>
          <p:cNvSpPr>
            <a:spLocks noGrp="1"/>
          </p:cNvSpPr>
          <p:nvPr>
            <p:ph type="title"/>
          </p:nvPr>
        </p:nvSpPr>
        <p:spPr>
          <a:xfrm>
            <a:off x="3525840" y="719280"/>
            <a:ext cx="11314800" cy="2160720"/>
          </a:xfrm>
          <a:prstGeom prst="rect">
            <a:avLst/>
          </a:prstGeom>
          <a:noFill/>
          <a:ln w="0">
            <a:noFill/>
          </a:ln>
        </p:spPr>
        <p:txBody>
          <a:bodyPr lIns="0" tIns="11520" rIns="0" bIns="0" anchor="ctr">
            <a:spAutoFit/>
          </a:bodyPr>
          <a:lstStyle/>
          <a:p>
            <a:pPr marL="12600" indent="0" defTabSz="1371600">
              <a:lnSpc>
                <a:spcPct val="100000"/>
              </a:lnSpc>
              <a:spcBef>
                <a:spcPts val="91"/>
              </a:spcBef>
              <a:buNone/>
              <a:tabLst>
                <a:tab pos="0" algn="l"/>
              </a:tabLst>
            </a:pPr>
            <a:r>
              <a:rPr lang="en-US" sz="4050" b="1" u="none" strike="noStrike" spc="-74">
                <a:solidFill>
                  <a:srgbClr val="FF5757"/>
                </a:solidFill>
                <a:effectLst/>
                <a:uFillTx/>
                <a:latin typeface="Times New Roman"/>
              </a:rPr>
              <a:t>  Vivekananda</a:t>
            </a:r>
            <a:r>
              <a:rPr lang="en-US" sz="4050" b="1" u="none" strike="noStrike" spc="-105">
                <a:solidFill>
                  <a:srgbClr val="FF5757"/>
                </a:solidFill>
                <a:effectLst/>
                <a:uFillTx/>
                <a:latin typeface="Times New Roman"/>
              </a:rPr>
              <a:t> </a:t>
            </a:r>
            <a:r>
              <a:rPr lang="en-US" sz="4050" b="1" u="none" strike="noStrike" spc="-60">
                <a:solidFill>
                  <a:srgbClr val="FF5757"/>
                </a:solidFill>
                <a:effectLst/>
                <a:uFillTx/>
                <a:latin typeface="Times New Roman"/>
              </a:rPr>
              <a:t>College</a:t>
            </a:r>
            <a:r>
              <a:rPr lang="en-US" sz="4050" b="1" u="none" strike="noStrike" spc="-105">
                <a:solidFill>
                  <a:srgbClr val="FF5757"/>
                </a:solidFill>
                <a:effectLst/>
                <a:uFillTx/>
                <a:latin typeface="Times New Roman"/>
              </a:rPr>
              <a:t> </a:t>
            </a:r>
            <a:r>
              <a:rPr lang="en-US" sz="4050" b="1" u="none" strike="noStrike" spc="91">
                <a:solidFill>
                  <a:srgbClr val="FF5757"/>
                </a:solidFill>
                <a:effectLst/>
                <a:uFillTx/>
                <a:latin typeface="Times New Roman"/>
              </a:rPr>
              <a:t>of</a:t>
            </a:r>
            <a:r>
              <a:rPr lang="en-US" sz="4050" b="1" u="none" strike="noStrike" spc="-99">
                <a:solidFill>
                  <a:srgbClr val="FF5757"/>
                </a:solidFill>
                <a:effectLst/>
                <a:uFillTx/>
                <a:latin typeface="Times New Roman"/>
              </a:rPr>
              <a:t> </a:t>
            </a:r>
            <a:r>
              <a:rPr lang="en-US" sz="4050" b="1" u="none" strike="noStrike" spc="-60">
                <a:solidFill>
                  <a:srgbClr val="FF5757"/>
                </a:solidFill>
                <a:effectLst/>
                <a:uFillTx/>
                <a:latin typeface="Times New Roman"/>
              </a:rPr>
              <a:t>Engineering</a:t>
            </a:r>
            <a:r>
              <a:rPr lang="en-US" sz="4050" b="1" u="none" strike="noStrike" spc="-105">
                <a:solidFill>
                  <a:srgbClr val="FF5757"/>
                </a:solidFill>
                <a:effectLst/>
                <a:uFillTx/>
                <a:latin typeface="Times New Roman"/>
              </a:rPr>
              <a:t> </a:t>
            </a:r>
            <a:r>
              <a:rPr lang="en-US" sz="4050" b="1" u="none" strike="noStrike" spc="20">
                <a:solidFill>
                  <a:srgbClr val="FF5757"/>
                </a:solidFill>
                <a:effectLst/>
                <a:uFillTx/>
                <a:latin typeface="Times New Roman"/>
              </a:rPr>
              <a:t>&amp;</a:t>
            </a:r>
            <a:r>
              <a:rPr lang="en-US" sz="4050" b="1" u="none" strike="noStrike" spc="-105">
                <a:solidFill>
                  <a:srgbClr val="FF5757"/>
                </a:solidFill>
                <a:effectLst/>
                <a:uFillTx/>
                <a:latin typeface="Times New Roman"/>
              </a:rPr>
              <a:t> </a:t>
            </a:r>
            <a:r>
              <a:rPr lang="en-US" sz="4050" b="1" u="none" strike="noStrike" spc="-54">
                <a:solidFill>
                  <a:srgbClr val="FF5757"/>
                </a:solidFill>
                <a:effectLst/>
                <a:uFillTx/>
                <a:latin typeface="Times New Roman"/>
              </a:rPr>
              <a:t>Technology</a:t>
            </a:r>
            <a:endParaRPr lang="en-IN" sz="4050" b="0" u="none" strike="noStrike">
              <a:solidFill>
                <a:srgbClr val="000000"/>
              </a:solidFill>
              <a:effectLst/>
              <a:uFillTx/>
              <a:latin typeface="Arial"/>
            </a:endParaRPr>
          </a:p>
        </p:txBody>
      </p:sp>
      <p:sp>
        <p:nvSpPr>
          <p:cNvPr id="77" name="object 6"/>
          <p:cNvSpPr/>
          <p:nvPr/>
        </p:nvSpPr>
        <p:spPr>
          <a:xfrm>
            <a:off x="3525840" y="1498320"/>
            <a:ext cx="11592720" cy="480960"/>
          </a:xfrm>
          <a:prstGeom prst="rect">
            <a:avLst/>
          </a:prstGeom>
          <a:noFill/>
          <a:ln w="0">
            <a:noFill/>
          </a:ln>
        </p:spPr>
        <p:style>
          <a:lnRef idx="0">
            <a:scrgbClr r="0" g="0" b="0"/>
          </a:lnRef>
          <a:fillRef idx="0">
            <a:scrgbClr r="0" g="0" b="0"/>
          </a:fillRef>
          <a:effectRef idx="0">
            <a:scrgbClr r="0" g="0" b="0"/>
          </a:effectRef>
          <a:fontRef idx="minor"/>
        </p:style>
        <p:txBody>
          <a:bodyPr lIns="0" tIns="62280" rIns="0" bIns="0" anchor="t">
            <a:spAutoFit/>
          </a:bodyPr>
          <a:lstStyle/>
          <a:p>
            <a:pPr marL="920160" defTabSz="914400">
              <a:lnSpc>
                <a:spcPts val="3300"/>
              </a:lnSpc>
              <a:spcBef>
                <a:spcPts val="490"/>
              </a:spcBef>
            </a:pPr>
            <a:r>
              <a:rPr lang="en-US" sz="3000" b="0" u="none" strike="noStrike" spc="31">
                <a:solidFill>
                  <a:srgbClr val="2B2B2B"/>
                </a:solidFill>
                <a:effectLst/>
                <a:uFillTx/>
                <a:latin typeface="Times New Roman"/>
              </a:rPr>
              <a:t>  </a:t>
            </a:r>
            <a:endParaRPr lang="en-IN" sz="3000" b="0" u="none" strike="noStrike">
              <a:solidFill>
                <a:srgbClr val="000000"/>
              </a:solidFill>
              <a:effectLst/>
              <a:uFillTx/>
              <a:latin typeface="Arial"/>
            </a:endParaRPr>
          </a:p>
        </p:txBody>
      </p:sp>
      <p:sp>
        <p:nvSpPr>
          <p:cNvPr id="78" name="object 7"/>
          <p:cNvSpPr/>
          <p:nvPr/>
        </p:nvSpPr>
        <p:spPr>
          <a:xfrm>
            <a:off x="2666520" y="3437640"/>
            <a:ext cx="12952440" cy="2880"/>
          </a:xfrm>
          <a:custGeom>
            <a:avLst/>
            <a:gdLst>
              <a:gd name="textAreaLeft" fmla="*/ 0 w 12952440"/>
              <a:gd name="textAreaRight" fmla="*/ 12954600 w 12952440"/>
              <a:gd name="textAreaTop" fmla="*/ 0 h 2880"/>
              <a:gd name="textAreaBottom" fmla="*/ 5040 h 2880"/>
            </a:gdLst>
            <a:ahLst/>
            <a:cxnLst/>
            <a:rect l="textAreaLeft" t="textAreaTop" r="textAreaRight" b="textAreaBottom"/>
            <a:pathLst>
              <a:path w="12954635" h="5079">
                <a:moveTo>
                  <a:pt x="0" y="0"/>
                </a:moveTo>
                <a:lnTo>
                  <a:pt x="12954080" y="4756"/>
                </a:lnTo>
              </a:path>
            </a:pathLst>
          </a:custGeom>
          <a:noFill/>
          <a:ln w="9524">
            <a:solidFill>
              <a:srgbClr val="2B2B2B"/>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object 8"/>
          <p:cNvSpPr/>
          <p:nvPr/>
        </p:nvSpPr>
        <p:spPr>
          <a:xfrm>
            <a:off x="2520000" y="2880000"/>
            <a:ext cx="13957200" cy="2772493"/>
          </a:xfrm>
          <a:prstGeom prst="rect">
            <a:avLst/>
          </a:prstGeom>
          <a:noFill/>
          <a:ln w="0">
            <a:noFill/>
          </a:ln>
        </p:spPr>
        <p:style>
          <a:lnRef idx="0">
            <a:scrgbClr r="0" g="0" b="0"/>
          </a:lnRef>
          <a:fillRef idx="0">
            <a:scrgbClr r="0" g="0" b="0"/>
          </a:fillRef>
          <a:effectRef idx="0">
            <a:scrgbClr r="0" g="0" b="0"/>
          </a:effectRef>
          <a:fontRef idx="minor"/>
        </p:style>
        <p:txBody>
          <a:bodyPr lIns="0" tIns="144720" rIns="0" bIns="0" anchor="t">
            <a:spAutoFit/>
          </a:bodyPr>
          <a:lstStyle/>
          <a:p>
            <a:pPr marL="12240" algn="ctr" defTabSz="914400">
              <a:lnSpc>
                <a:spcPct val="100000"/>
              </a:lnSpc>
              <a:spcBef>
                <a:spcPts val="1140"/>
              </a:spcBef>
            </a:pPr>
            <a:endParaRPr lang="en-IN" sz="3200" b="0" u="none" strike="noStrike" dirty="0">
              <a:solidFill>
                <a:srgbClr val="000000"/>
              </a:solidFill>
              <a:effectLst/>
              <a:uFillTx/>
              <a:latin typeface="Arial"/>
            </a:endParaRPr>
          </a:p>
          <a:p>
            <a:pPr marL="12240" algn="ctr" defTabSz="914400">
              <a:lnSpc>
                <a:spcPct val="100000"/>
              </a:lnSpc>
              <a:spcBef>
                <a:spcPts val="1140"/>
              </a:spcBef>
            </a:pPr>
            <a:r>
              <a:rPr lang="en-US" sz="3000" b="1" u="none" strike="noStrike" spc="-119" dirty="0">
                <a:solidFill>
                  <a:srgbClr val="FF0000"/>
                </a:solidFill>
                <a:effectLst/>
                <a:uFillTx/>
                <a:latin typeface="Times New Roman"/>
                <a:ea typeface="ＭＳ Ｐゴシック"/>
              </a:rPr>
              <a:t> </a:t>
            </a:r>
            <a:r>
              <a:rPr lang="en-US" sz="2400" b="1" u="none" strike="noStrike" spc="-119" dirty="0">
                <a:solidFill>
                  <a:srgbClr val="FF0000"/>
                </a:solidFill>
                <a:effectLst/>
                <a:uFillTx/>
                <a:latin typeface="Times New Roman"/>
                <a:ea typeface="ＭＳ Ｐゴシック"/>
              </a:rPr>
              <a:t>DEPARTMENT</a:t>
            </a:r>
            <a:r>
              <a:rPr lang="en-US" sz="2400" b="1" u="none" strike="noStrike" spc="-74" dirty="0">
                <a:solidFill>
                  <a:srgbClr val="FF0000"/>
                </a:solidFill>
                <a:effectLst/>
                <a:uFillTx/>
                <a:latin typeface="Times New Roman"/>
                <a:ea typeface="ＭＳ Ｐゴシック"/>
              </a:rPr>
              <a:t> </a:t>
            </a:r>
            <a:r>
              <a:rPr lang="en-US" sz="2400" b="1" u="none" strike="noStrike" spc="-71" dirty="0">
                <a:solidFill>
                  <a:srgbClr val="FF0000"/>
                </a:solidFill>
                <a:effectLst/>
                <a:uFillTx/>
                <a:latin typeface="Times New Roman"/>
                <a:ea typeface="ＭＳ Ｐゴシック"/>
              </a:rPr>
              <a:t>OF </a:t>
            </a:r>
            <a:r>
              <a:rPr lang="en-IN" sz="2400" b="1" u="none" strike="noStrike" spc="-136" dirty="0">
                <a:solidFill>
                  <a:srgbClr val="FF0000"/>
                </a:solidFill>
                <a:effectLst/>
                <a:uFillTx/>
                <a:latin typeface="Times New Roman"/>
                <a:ea typeface="ＭＳ Ｐゴシック"/>
              </a:rPr>
              <a:t>ARTIFICIAL  INTELLIGENCE &amp; MACHINE LEARNING</a:t>
            </a:r>
            <a:endParaRPr lang="en-IN" sz="2400" b="0" u="none" strike="noStrike" dirty="0">
              <a:solidFill>
                <a:srgbClr val="000000"/>
              </a:solidFill>
              <a:effectLst/>
              <a:uFillTx/>
              <a:latin typeface="Arial"/>
            </a:endParaRPr>
          </a:p>
          <a:p>
            <a:pPr marL="12240" algn="ctr" defTabSz="914400">
              <a:lnSpc>
                <a:spcPct val="100000"/>
              </a:lnSpc>
              <a:spcBef>
                <a:spcPts val="1140"/>
              </a:spcBef>
            </a:pPr>
            <a:r>
              <a:rPr lang="en-US" sz="2400" b="1" u="none" strike="noStrike" dirty="0">
                <a:solidFill>
                  <a:srgbClr val="FF0000"/>
                </a:solidFill>
                <a:effectLst/>
                <a:uFillTx/>
                <a:latin typeface="Times New Roman"/>
                <a:ea typeface="ＭＳ Ｐゴシック"/>
              </a:rPr>
              <a:t>“</a:t>
            </a:r>
            <a:r>
              <a:rPr lang="en-IN" sz="2400" b="1" u="none" strike="noStrike" dirty="0">
                <a:solidFill>
                  <a:srgbClr val="FF0000"/>
                </a:solidFill>
                <a:effectLst/>
                <a:uFillTx/>
                <a:latin typeface="Times New Roman"/>
                <a:ea typeface="ＭＳ Ｐゴシック"/>
              </a:rPr>
              <a:t>Industry Internship Presentation </a:t>
            </a:r>
            <a:r>
              <a:rPr lang="en-IN" sz="2400" b="1" u="none" strike="noStrike">
                <a:solidFill>
                  <a:srgbClr val="FF0000"/>
                </a:solidFill>
                <a:effectLst/>
                <a:uFillTx/>
                <a:latin typeface="Times New Roman"/>
                <a:ea typeface="ＭＳ Ｐゴシック"/>
              </a:rPr>
              <a:t>(BINT8</a:t>
            </a:r>
            <a:r>
              <a:rPr lang="en-IN" sz="2400" b="1">
                <a:solidFill>
                  <a:srgbClr val="FF0000"/>
                </a:solidFill>
                <a:latin typeface="Times New Roman"/>
                <a:ea typeface="ＭＳ Ｐゴシック"/>
              </a:rPr>
              <a:t>03B</a:t>
            </a:r>
            <a:r>
              <a:rPr lang="en-IN" sz="2400" b="1" u="none" strike="noStrike">
                <a:solidFill>
                  <a:srgbClr val="FF0000"/>
                </a:solidFill>
                <a:effectLst/>
                <a:uFillTx/>
                <a:latin typeface="Times New Roman"/>
                <a:ea typeface="ＭＳ Ｐゴシック"/>
              </a:rPr>
              <a:t>)”</a:t>
            </a:r>
            <a:endParaRPr lang="en-IN" sz="2400" b="0" u="none" strike="noStrike" dirty="0">
              <a:solidFill>
                <a:srgbClr val="000000"/>
              </a:solidFill>
              <a:effectLst/>
              <a:uFillTx/>
              <a:latin typeface="Arial"/>
            </a:endParaRPr>
          </a:p>
          <a:p>
            <a:pPr marL="12240" algn="ctr" defTabSz="914400">
              <a:lnSpc>
                <a:spcPct val="100000"/>
              </a:lnSpc>
              <a:spcBef>
                <a:spcPts val="1140"/>
              </a:spcBef>
            </a:pPr>
            <a:r>
              <a:rPr lang="en-IN" sz="2400" b="1" u="none" strike="noStrike" dirty="0">
                <a:solidFill>
                  <a:srgbClr val="FF0000"/>
                </a:solidFill>
                <a:effectLst/>
                <a:uFillTx/>
                <a:latin typeface="Times New Roman"/>
                <a:ea typeface="ＭＳ Ｐゴシック"/>
              </a:rPr>
              <a:t>  LAPTOP PRICE PREDICTION AND RECOMMENDATION SYSTEM </a:t>
            </a:r>
            <a:endParaRPr lang="en-IN" sz="2400" b="0" u="none" strike="noStrike" dirty="0">
              <a:solidFill>
                <a:srgbClr val="000000"/>
              </a:solidFill>
              <a:effectLst/>
              <a:uFillTx/>
              <a:latin typeface="Arial"/>
            </a:endParaRPr>
          </a:p>
          <a:p>
            <a:pPr marL="12240" algn="ctr" defTabSz="914400">
              <a:lnSpc>
                <a:spcPct val="100000"/>
              </a:lnSpc>
              <a:spcBef>
                <a:spcPts val="1140"/>
              </a:spcBef>
            </a:pPr>
            <a:endParaRPr lang="en-IN" sz="2400" b="0" u="none" strike="noStrike" dirty="0">
              <a:solidFill>
                <a:srgbClr val="000000"/>
              </a:solidFill>
              <a:effectLst/>
              <a:uFillTx/>
              <a:latin typeface="Arial"/>
            </a:endParaRPr>
          </a:p>
        </p:txBody>
      </p:sp>
      <p:sp>
        <p:nvSpPr>
          <p:cNvPr id="80" name="object 9"/>
          <p:cNvSpPr/>
          <p:nvPr/>
        </p:nvSpPr>
        <p:spPr>
          <a:xfrm>
            <a:off x="2666520" y="5829480"/>
            <a:ext cx="12952440" cy="360"/>
          </a:xfrm>
          <a:custGeom>
            <a:avLst/>
            <a:gdLst>
              <a:gd name="textAreaLeft" fmla="*/ 0 w 12952440"/>
              <a:gd name="textAreaRight" fmla="*/ 12954600 w 12952440"/>
              <a:gd name="textAreaTop" fmla="*/ 0 h 360"/>
              <a:gd name="textAreaBottom" fmla="*/ 23040 h 360"/>
            </a:gdLst>
            <a:ahLst/>
            <a:cxnLst/>
            <a:rect l="textAreaLeft" t="textAreaTop" r="textAreaRight" b="textAreaBottom"/>
            <a:pathLst>
              <a:path w="12954635">
                <a:moveTo>
                  <a:pt x="0" y="0"/>
                </a:moveTo>
                <a:lnTo>
                  <a:pt x="12954083" y="0"/>
                </a:lnTo>
              </a:path>
            </a:pathLst>
          </a:custGeom>
          <a:noFill/>
          <a:ln w="9524">
            <a:solidFill>
              <a:srgbClr val="2B2B2B"/>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object 12"/>
          <p:cNvSpPr/>
          <p:nvPr/>
        </p:nvSpPr>
        <p:spPr>
          <a:xfrm>
            <a:off x="2520000" y="8820000"/>
            <a:ext cx="12952440" cy="54648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4222080" indent="-4210200" defTabSz="914400">
              <a:lnSpc>
                <a:spcPct val="117000"/>
              </a:lnSpc>
              <a:spcBef>
                <a:spcPts val="96"/>
              </a:spcBef>
              <a:tabLst>
                <a:tab pos="0" algn="l"/>
              </a:tabLst>
            </a:pPr>
            <a:r>
              <a:rPr lang="en-GB" sz="3000" b="1" u="none" strike="noStrike" spc="79">
                <a:solidFill>
                  <a:srgbClr val="FF0000"/>
                </a:solidFill>
                <a:effectLst/>
                <a:uFillTx/>
                <a:latin typeface="Times New Roman"/>
              </a:rPr>
              <a:t>  </a:t>
            </a:r>
            <a:endParaRPr lang="en-IN" sz="3000" b="0" u="none" strike="noStrike">
              <a:solidFill>
                <a:srgbClr val="000000"/>
              </a:solidFill>
              <a:effectLst/>
              <a:uFillTx/>
              <a:latin typeface="Arial"/>
            </a:endParaRPr>
          </a:p>
        </p:txBody>
      </p:sp>
      <p:sp>
        <p:nvSpPr>
          <p:cNvPr id="82" name="TextBox 14"/>
          <p:cNvSpPr/>
          <p:nvPr/>
        </p:nvSpPr>
        <p:spPr>
          <a:xfrm>
            <a:off x="2519999" y="5940000"/>
            <a:ext cx="14748669" cy="298656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en-IN" sz="3000" b="1" u="none" strike="noStrike" dirty="0">
                <a:solidFill>
                  <a:schemeClr val="dk1"/>
                </a:solidFill>
                <a:effectLst/>
                <a:uFillTx/>
                <a:latin typeface="Times New Roman"/>
              </a:rPr>
              <a:t>        </a:t>
            </a:r>
            <a:endParaRPr lang="en-IN" sz="3000" b="0" u="none" strike="noStrike" dirty="0">
              <a:solidFill>
                <a:srgbClr val="000000"/>
              </a:solidFill>
              <a:effectLst/>
              <a:uFillTx/>
              <a:latin typeface="Arial"/>
            </a:endParaRPr>
          </a:p>
          <a:p>
            <a:pPr defTabSz="914400">
              <a:lnSpc>
                <a:spcPct val="100000"/>
              </a:lnSpc>
            </a:pPr>
            <a:endParaRPr lang="en-IN" sz="3000" b="0" u="none" strike="noStrike" dirty="0">
              <a:solidFill>
                <a:srgbClr val="000000"/>
              </a:solidFill>
              <a:effectLst/>
              <a:uFillTx/>
              <a:latin typeface="Arial"/>
            </a:endParaRPr>
          </a:p>
          <a:p>
            <a:pPr defTabSz="914400">
              <a:lnSpc>
                <a:spcPct val="100000"/>
              </a:lnSpc>
            </a:pPr>
            <a:r>
              <a:rPr lang="en-IN" sz="3000" b="1" u="none" strike="noStrike" dirty="0">
                <a:solidFill>
                  <a:schemeClr val="dk1"/>
                </a:solidFill>
                <a:effectLst/>
                <a:uFillTx/>
                <a:latin typeface="Times New Roman"/>
              </a:rPr>
              <a:t> </a:t>
            </a:r>
            <a:endParaRPr lang="en-IN" sz="3000" b="0" u="none" strike="noStrike" dirty="0">
              <a:solidFill>
                <a:srgbClr val="000000"/>
              </a:solidFill>
              <a:effectLst/>
              <a:uFillTx/>
              <a:latin typeface="Arial"/>
            </a:endParaRPr>
          </a:p>
          <a:p>
            <a:pPr algn="ctr" defTabSz="914400">
              <a:lnSpc>
                <a:spcPct val="100000"/>
              </a:lnSpc>
            </a:pPr>
            <a:endParaRPr lang="en-IN" sz="2500" b="0" u="none" strike="noStrike" dirty="0">
              <a:solidFill>
                <a:srgbClr val="000000"/>
              </a:solidFill>
              <a:effectLst/>
              <a:uFillTx/>
              <a:latin typeface="Arial"/>
            </a:endParaRPr>
          </a:p>
          <a:p>
            <a:pPr algn="ctr" defTabSz="914400">
              <a:lnSpc>
                <a:spcPct val="100000"/>
              </a:lnSpc>
            </a:pPr>
            <a:endParaRPr lang="en-IN" sz="2500" b="0" u="none" strike="noStrike" dirty="0">
              <a:solidFill>
                <a:srgbClr val="000000"/>
              </a:solidFill>
              <a:effectLst/>
              <a:uFillTx/>
              <a:latin typeface="Arial"/>
            </a:endParaRPr>
          </a:p>
          <a:p>
            <a:pPr algn="ctr" defTabSz="914400">
              <a:lnSpc>
                <a:spcPct val="100000"/>
              </a:lnSpc>
            </a:pPr>
            <a:endParaRPr lang="en-IN" sz="2500" b="0" u="none" strike="noStrike" dirty="0">
              <a:solidFill>
                <a:srgbClr val="000000"/>
              </a:solidFill>
              <a:effectLst/>
              <a:uFillTx/>
              <a:latin typeface="Arial"/>
            </a:endParaRPr>
          </a:p>
          <a:p>
            <a:pPr algn="ctr" defTabSz="914400">
              <a:lnSpc>
                <a:spcPct val="100000"/>
              </a:lnSpc>
            </a:pPr>
            <a:endParaRPr lang="en-IN" sz="2500" b="0" u="none" strike="noStrike" dirty="0">
              <a:solidFill>
                <a:srgbClr val="000000"/>
              </a:solidFill>
              <a:effectLst/>
              <a:uFillTx/>
              <a:latin typeface="Arial"/>
            </a:endParaRPr>
          </a:p>
        </p:txBody>
      </p:sp>
      <p:sp>
        <p:nvSpPr>
          <p:cNvPr id="83" name="Rectangle 82"/>
          <p:cNvSpPr/>
          <p:nvPr/>
        </p:nvSpPr>
        <p:spPr>
          <a:xfrm>
            <a:off x="3240000" y="6144840"/>
            <a:ext cx="4499280" cy="94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2800" b="1" u="none" strike="noStrike">
                <a:solidFill>
                  <a:srgbClr val="000000"/>
                </a:solidFill>
                <a:effectLst/>
                <a:uFillTx/>
                <a:latin typeface="Times New Roman"/>
                <a:ea typeface="ＭＳ Ｐゴシック"/>
              </a:rPr>
              <a:t>Under the guidance of :</a:t>
            </a:r>
            <a:endParaRPr lang="en-IN" sz="2800" b="0" u="none" strike="noStrike">
              <a:solidFill>
                <a:srgbClr val="000000"/>
              </a:solidFill>
              <a:effectLst/>
              <a:uFillTx/>
              <a:latin typeface="Arial"/>
            </a:endParaRPr>
          </a:p>
          <a:p>
            <a:pPr>
              <a:lnSpc>
                <a:spcPct val="100000"/>
              </a:lnSpc>
            </a:pPr>
            <a:r>
              <a:rPr lang="en-IN" sz="2800" b="1" u="none" strike="noStrike">
                <a:solidFill>
                  <a:srgbClr val="000000"/>
                </a:solidFill>
                <a:effectLst/>
                <a:uFillTx/>
                <a:latin typeface="Times New Roman"/>
                <a:ea typeface="ＭＳ Ｐゴシック"/>
              </a:rPr>
              <a:t>Prinston Smart Engineers </a:t>
            </a:r>
            <a:endParaRPr lang="en-IN" sz="2800" b="0" u="none" strike="noStrike">
              <a:solidFill>
                <a:srgbClr val="000000"/>
              </a:solidFill>
              <a:effectLst/>
              <a:uFillTx/>
              <a:latin typeface="Arial"/>
            </a:endParaRPr>
          </a:p>
        </p:txBody>
      </p:sp>
      <p:sp>
        <p:nvSpPr>
          <p:cNvPr id="84" name="Rectangle 83"/>
          <p:cNvSpPr/>
          <p:nvPr/>
        </p:nvSpPr>
        <p:spPr>
          <a:xfrm>
            <a:off x="11728800" y="6120000"/>
            <a:ext cx="5408826" cy="224531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2800" b="1" u="none" strike="noStrike" dirty="0">
                <a:solidFill>
                  <a:srgbClr val="000000"/>
                </a:solidFill>
                <a:effectLst/>
                <a:uFillTx/>
                <a:latin typeface="Times New Roman"/>
                <a:ea typeface="ＭＳ Ｐゴシック"/>
              </a:rPr>
              <a:t>Presented By: </a:t>
            </a:r>
            <a:endParaRPr lang="en-IN" sz="2800" b="0" u="none" strike="noStrike" dirty="0">
              <a:solidFill>
                <a:srgbClr val="000000"/>
              </a:solidFill>
              <a:effectLst/>
              <a:uFillTx/>
              <a:latin typeface="Arial"/>
            </a:endParaRPr>
          </a:p>
          <a:p>
            <a:pPr>
              <a:lnSpc>
                <a:spcPct val="100000"/>
              </a:lnSpc>
            </a:pPr>
            <a:r>
              <a:rPr lang="en-IN" sz="2800" b="1" dirty="0">
                <a:solidFill>
                  <a:srgbClr val="000000"/>
                </a:solidFill>
                <a:latin typeface="Times New Roman"/>
                <a:ea typeface="ＭＳ Ｐゴシック"/>
              </a:rPr>
              <a:t>KRITHIKA D P - 4VP22AI028</a:t>
            </a:r>
          </a:p>
          <a:p>
            <a:pPr>
              <a:lnSpc>
                <a:spcPct val="100000"/>
              </a:lnSpc>
            </a:pPr>
            <a:r>
              <a:rPr lang="en-IN" sz="2800" b="1" dirty="0">
                <a:solidFill>
                  <a:srgbClr val="000000"/>
                </a:solidFill>
                <a:latin typeface="Times New Roman"/>
                <a:ea typeface="ＭＳ Ｐゴシック"/>
              </a:rPr>
              <a:t>RASHMI R - 4VP22AI045</a:t>
            </a:r>
          </a:p>
          <a:p>
            <a:pPr>
              <a:lnSpc>
                <a:spcPct val="100000"/>
              </a:lnSpc>
            </a:pPr>
            <a:r>
              <a:rPr lang="en-IN" sz="2800" b="1" dirty="0">
                <a:solidFill>
                  <a:srgbClr val="000000"/>
                </a:solidFill>
                <a:latin typeface="Times New Roman"/>
                <a:ea typeface="ＭＳ Ｐゴシック"/>
              </a:rPr>
              <a:t>SMRUTHI U - 4VP22AI055</a:t>
            </a:r>
          </a:p>
          <a:p>
            <a:pPr>
              <a:lnSpc>
                <a:spcPct val="100000"/>
              </a:lnSpc>
            </a:pPr>
            <a:r>
              <a:rPr lang="en-IN" sz="2800" b="1" u="none" strike="noStrike" dirty="0">
                <a:solidFill>
                  <a:srgbClr val="000000"/>
                </a:solidFill>
                <a:effectLst/>
                <a:uFillTx/>
                <a:latin typeface="Times New Roman"/>
                <a:ea typeface="ＭＳ Ｐゴシック"/>
              </a:rPr>
              <a:t>YOGYASHREE K - 4VP22AI061</a:t>
            </a:r>
            <a:endParaRPr lang="en-IN" sz="28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1257480" y="547560"/>
            <a:ext cx="15771240" cy="1986120"/>
          </a:xfrm>
          <a:prstGeom prst="rect">
            <a:avLst/>
          </a:prstGeom>
          <a:noFill/>
          <a:ln w="0">
            <a:noFill/>
          </a:ln>
        </p:spPr>
        <p:txBody>
          <a:bodyPr lIns="91440" tIns="45720" rIns="91440" bIns="45720" anchor="ctr">
            <a:normAutofit/>
          </a:bodyPr>
          <a:lstStyle/>
          <a:p>
            <a:pPr indent="0" algn="ctr" defTabSz="1371600">
              <a:lnSpc>
                <a:spcPct val="90000"/>
              </a:lnSpc>
              <a:buNone/>
              <a:tabLst>
                <a:tab pos="0" algn="l"/>
              </a:tabLst>
            </a:pPr>
            <a:r>
              <a:rPr lang="en-IN" sz="8000" b="1" u="none" strike="noStrike">
                <a:solidFill>
                  <a:schemeClr val="dk1"/>
                </a:solidFill>
                <a:effectLst/>
                <a:uFillTx/>
                <a:latin typeface="Times New Roman"/>
              </a:rPr>
              <a:t>Contents</a:t>
            </a:r>
            <a:endParaRPr lang="en-IN" sz="8000" b="0" u="none" strike="noStrike">
              <a:solidFill>
                <a:srgbClr val="000000"/>
              </a:solidFill>
              <a:effectLst/>
              <a:uFillTx/>
              <a:latin typeface="Arial"/>
            </a:endParaRPr>
          </a:p>
        </p:txBody>
      </p:sp>
      <p:sp>
        <p:nvSpPr>
          <p:cNvPr id="86" name="PlaceHolder 2"/>
          <p:cNvSpPr>
            <a:spLocks noGrp="1"/>
          </p:cNvSpPr>
          <p:nvPr>
            <p:ph/>
          </p:nvPr>
        </p:nvSpPr>
        <p:spPr>
          <a:xfrm>
            <a:off x="3263040" y="2282760"/>
            <a:ext cx="10056240" cy="5546520"/>
          </a:xfrm>
          <a:prstGeom prst="rect">
            <a:avLst/>
          </a:prstGeom>
          <a:noFill/>
          <a:ln w="0">
            <a:noFill/>
          </a:ln>
        </p:spPr>
        <p:txBody>
          <a:bodyPr lIns="91440" tIns="45720" rIns="91440" bIns="45720" numCol="1" spcCol="0" anchor="ctr">
            <a:spAutoFit/>
          </a:bodyPr>
          <a:lstStyle/>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Abstract</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Introduction</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Company Profile</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Problem Statement</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Objective</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Dataset</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Libraries Used</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Implementation (Code)</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Outcome of the Project</a:t>
            </a:r>
            <a:endParaRPr lang="en-IN" sz="3200" b="0" u="none" strike="noStrike">
              <a:solidFill>
                <a:srgbClr val="000000"/>
              </a:solidFill>
              <a:effectLst/>
              <a:uFillTx/>
              <a:latin typeface="Arial"/>
            </a:endParaRPr>
          </a:p>
          <a:p>
            <a:pPr marL="457200" indent="-457200" defTabSz="457200">
              <a:lnSpc>
                <a:spcPct val="100000"/>
              </a:lnSpc>
              <a:buClr>
                <a:srgbClr val="000000"/>
              </a:buClr>
              <a:buSzPct val="45000"/>
              <a:buFont typeface="Wingdings" charset="2"/>
              <a:buChar char=""/>
            </a:pPr>
            <a:r>
              <a:rPr lang="en-IN" sz="3200" b="0" u="none" strike="noStrike">
                <a:solidFill>
                  <a:schemeClr val="dk1"/>
                </a:solidFill>
                <a:effectLst/>
                <a:uFillTx/>
                <a:latin typeface="Times New Roman"/>
                <a:ea typeface="Times New Roman"/>
              </a:rPr>
              <a:t>Conclusion</a:t>
            </a:r>
            <a:endParaRPr lang="en-IN" sz="3200" b="0" u="none" strike="noStrike">
              <a:solidFill>
                <a:srgbClr val="000000"/>
              </a:solidFill>
              <a:effectLst/>
              <a:uFillTx/>
              <a:latin typeface="Arial"/>
            </a:endParaRPr>
          </a:p>
          <a:p>
            <a:pPr marL="432000" indent="0" defTabSz="457200">
              <a:lnSpc>
                <a:spcPct val="100000"/>
              </a:lnSpc>
              <a:buNone/>
              <a:tabLst>
                <a:tab pos="0" algn="l"/>
              </a:tabLst>
            </a:pPr>
            <a:endParaRPr lang="en-IN" sz="32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1148400" y="540000"/>
            <a:ext cx="15771240" cy="1619640"/>
          </a:xfrm>
          <a:prstGeom prst="rect">
            <a:avLst/>
          </a:prstGeom>
          <a:noFill/>
          <a:ln w="0">
            <a:noFill/>
          </a:ln>
        </p:spPr>
        <p:txBody>
          <a:bodyPr lIns="91440" tIns="45720" rIns="91440" bIns="45720" anchor="ctr">
            <a:normAutofit/>
          </a:bodyPr>
          <a:lstStyle/>
          <a:p>
            <a:pPr indent="0" algn="ctr" defTabSz="1371600">
              <a:lnSpc>
                <a:spcPct val="90000"/>
              </a:lnSpc>
              <a:buNone/>
              <a:tabLst>
                <a:tab pos="0" algn="l"/>
              </a:tabLst>
            </a:pPr>
            <a:r>
              <a:rPr lang="en-IN" sz="8000" b="1" u="none" strike="noStrike">
                <a:solidFill>
                  <a:schemeClr val="dk1"/>
                </a:solidFill>
                <a:effectLst/>
                <a:uFillTx/>
                <a:latin typeface="Times New Roman"/>
              </a:rPr>
              <a:t>ABSTRACT</a:t>
            </a:r>
            <a:endParaRPr lang="en-IN" sz="8000" b="0" u="none" strike="noStrike">
              <a:solidFill>
                <a:srgbClr val="000000"/>
              </a:solidFill>
              <a:effectLst/>
              <a:uFillTx/>
              <a:latin typeface="Arial"/>
            </a:endParaRPr>
          </a:p>
        </p:txBody>
      </p:sp>
      <p:sp>
        <p:nvSpPr>
          <p:cNvPr id="88" name="PlaceHolder 2"/>
          <p:cNvSpPr>
            <a:spLocks noGrp="1"/>
          </p:cNvSpPr>
          <p:nvPr>
            <p:ph/>
          </p:nvPr>
        </p:nvSpPr>
        <p:spPr>
          <a:xfrm>
            <a:off x="1030320" y="2084760"/>
            <a:ext cx="16609320" cy="6869880"/>
          </a:xfrm>
          <a:prstGeom prst="rect">
            <a:avLst/>
          </a:prstGeom>
          <a:noFill/>
          <a:ln w="0">
            <a:noFill/>
          </a:ln>
        </p:spPr>
        <p:txBody>
          <a:bodyPr lIns="91440" tIns="45720" rIns="91440" bIns="45720" numCol="1" spcCol="0" anchor="ctr">
            <a:spAutoFit/>
          </a:bodyPr>
          <a:lstStyle/>
          <a:p>
            <a:pPr marL="432000" indent="-324000" algn="just">
              <a:lnSpc>
                <a:spcPct val="100000"/>
              </a:lnSpc>
              <a:spcBef>
                <a:spcPts val="1191"/>
              </a:spcBef>
              <a:spcAft>
                <a:spcPts val="992"/>
              </a:spcAft>
              <a:buClr>
                <a:srgbClr val="000000"/>
              </a:buClr>
              <a:buFont typeface="Symbol" charset="2"/>
              <a:buChar char=""/>
            </a:pPr>
            <a:r>
              <a:rPr lang="en-IN" sz="3200" b="0" u="none" strike="noStrike">
                <a:solidFill>
                  <a:srgbClr val="000000"/>
                </a:solidFill>
                <a:effectLst/>
                <a:uFillTx/>
                <a:latin typeface="Times new roman"/>
              </a:rPr>
              <a:t>This project presents a Laptop Price Prediction and Recommendation System developed using machine learning and web technologies. The process begins with installing required Python packages, followed by mounting Google Drive to automatically load the dataset. The data is then preprocessed and used to train a machine learning model for accurate price prediction based on key laptop features.</a:t>
            </a:r>
            <a:endParaRPr lang="en-IN" sz="3200" b="0" u="none" strike="noStrike">
              <a:solidFill>
                <a:srgbClr val="000000"/>
              </a:solidFill>
              <a:effectLst/>
              <a:uFillTx/>
              <a:latin typeface="Arial"/>
            </a:endParaRPr>
          </a:p>
          <a:p>
            <a:pPr marL="432000" indent="-324000" algn="just">
              <a:lnSpc>
                <a:spcPct val="100000"/>
              </a:lnSpc>
              <a:spcBef>
                <a:spcPts val="1191"/>
              </a:spcBef>
              <a:spcAft>
                <a:spcPts val="992"/>
              </a:spcAft>
              <a:buClr>
                <a:srgbClr val="000000"/>
              </a:buClr>
              <a:buFont typeface="Symbol" charset="2"/>
              <a:buChar char=""/>
            </a:pPr>
            <a:r>
              <a:rPr lang="en-IN" sz="3200" b="0" u="none" strike="noStrike">
                <a:solidFill>
                  <a:srgbClr val="000000"/>
                </a:solidFill>
                <a:effectLst/>
                <a:uFillTx/>
                <a:latin typeface="Times new roman"/>
              </a:rPr>
              <a:t>The trained model is deployed using a Flask API to enable real-time predictions. A public URL is generated using ngrok, allowing external access to the application. Finally, a simple HTML frontend is opened in the browser, where users can input specifications and receive predicted prices along with recommendations.</a:t>
            </a:r>
            <a:endParaRPr lang="en-IN" sz="3200" b="0" u="none" strike="noStrike">
              <a:solidFill>
                <a:srgbClr val="000000"/>
              </a:solidFill>
              <a:effectLst/>
              <a:uFillTx/>
              <a:latin typeface="Arial"/>
            </a:endParaRPr>
          </a:p>
          <a:p>
            <a:pPr marL="432000" indent="-324000" algn="just">
              <a:lnSpc>
                <a:spcPct val="100000"/>
              </a:lnSpc>
              <a:spcBef>
                <a:spcPts val="1191"/>
              </a:spcBef>
              <a:spcAft>
                <a:spcPts val="992"/>
              </a:spcAft>
              <a:buClr>
                <a:srgbClr val="000000"/>
              </a:buClr>
              <a:buFont typeface="Symbol" charset="2"/>
              <a:buChar char=""/>
            </a:pPr>
            <a:r>
              <a:rPr lang="en-IN" sz="3200" b="0" u="none" strike="noStrike">
                <a:solidFill>
                  <a:srgbClr val="000000"/>
                </a:solidFill>
                <a:effectLst/>
                <a:uFillTx/>
                <a:latin typeface="Times new roman"/>
              </a:rPr>
              <a:t>This system demonstrates an efficient integration of data science and web deployment, providing a user-friendly solution for informed decision-making.</a:t>
            </a:r>
            <a:endParaRPr lang="en-IN" sz="3200" b="0" u="none" strike="noStrike">
              <a:solidFill>
                <a:srgbClr val="000000"/>
              </a:solidFill>
              <a:effectLst/>
              <a:uFillTx/>
              <a:latin typeface="Arial"/>
            </a:endParaRPr>
          </a:p>
          <a:p>
            <a:pPr indent="0" algn="just">
              <a:lnSpc>
                <a:spcPct val="100000"/>
              </a:lnSpc>
              <a:spcBef>
                <a:spcPts val="1191"/>
              </a:spcBef>
              <a:spcAft>
                <a:spcPts val="992"/>
              </a:spcAft>
              <a:buNone/>
              <a:tabLst>
                <a:tab pos="0" algn="l"/>
              </a:tabLst>
            </a:pPr>
            <a:endParaRPr lang="en-IN" sz="32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1257480" y="547200"/>
            <a:ext cx="15771240" cy="1986840"/>
          </a:xfrm>
          <a:prstGeom prst="rect">
            <a:avLst/>
          </a:prstGeom>
          <a:noFill/>
          <a:ln w="0">
            <a:noFill/>
          </a:ln>
        </p:spPr>
        <p:txBody>
          <a:bodyPr lIns="0" tIns="0" rIns="0" bIns="0" anchor="ctr" anchorCtr="1">
            <a:spAutoFit/>
          </a:bodyPr>
          <a:lstStyle/>
          <a:p>
            <a:pPr indent="0" algn="ctr">
              <a:lnSpc>
                <a:spcPct val="100000"/>
              </a:lnSpc>
              <a:buNone/>
              <a:tabLst>
                <a:tab pos="0" algn="l"/>
              </a:tabLst>
            </a:pPr>
            <a:r>
              <a:rPr lang="en-IN" sz="8000" b="1" u="none" strike="noStrike">
                <a:solidFill>
                  <a:srgbClr val="000000"/>
                </a:solidFill>
                <a:effectLst/>
                <a:uFillTx/>
                <a:latin typeface="Times new roman"/>
              </a:rPr>
              <a:t>INTRODUCTION</a:t>
            </a:r>
            <a:endParaRPr lang="en-IN" sz="8000" b="0" u="none" strike="noStrike">
              <a:solidFill>
                <a:srgbClr val="000000"/>
              </a:solidFill>
              <a:effectLst/>
              <a:uFillTx/>
              <a:latin typeface="Arial"/>
            </a:endParaRPr>
          </a:p>
        </p:txBody>
      </p:sp>
      <p:sp>
        <p:nvSpPr>
          <p:cNvPr id="90" name="PlaceHolder 2"/>
          <p:cNvSpPr>
            <a:spLocks noGrp="1"/>
          </p:cNvSpPr>
          <p:nvPr>
            <p:ph type="subTitle"/>
          </p:nvPr>
        </p:nvSpPr>
        <p:spPr>
          <a:xfrm>
            <a:off x="1257480" y="2738160"/>
            <a:ext cx="15771240" cy="6525720"/>
          </a:xfrm>
          <a:prstGeom prst="rect">
            <a:avLst/>
          </a:prstGeom>
          <a:noFill/>
          <a:ln w="0">
            <a:noFill/>
          </a:ln>
        </p:spPr>
        <p:txBody>
          <a:bodyPr lIns="0" tIns="0" rIns="0" bIns="0" anchor="ctr">
            <a:spAutoFit/>
          </a:bodyPr>
          <a:lstStyle/>
          <a:p>
            <a:pPr marL="216000" indent="-216000" algn="just">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In today’s digital world, choosing the right laptop is challenging due to the wide variety of models, features, and price ranges available in the market. Users often find it difficult to compare specifications such as RAM, processor, storage, and brand to determine a fair price and suitable option.</a:t>
            </a:r>
            <a:endParaRPr lang="en-IN" sz="3200" b="0" u="none" strike="noStrike">
              <a:solidFill>
                <a:srgbClr val="000000"/>
              </a:solidFill>
              <a:effectLst/>
              <a:uFillTx/>
              <a:latin typeface="Arial"/>
            </a:endParaRPr>
          </a:p>
          <a:p>
            <a:pPr marL="216000" indent="-216000" algn="just">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This project introduces a Laptop Price Prediction and Recommendation System that leverages machine learning to estimate laptop prices based on user-defined specifications. By analyzing historical data, the system identifies patterns between features and pricing, helping users make informed decisions.</a:t>
            </a:r>
            <a:endParaRPr lang="en-IN" sz="3200" b="0" u="none" strike="noStrike">
              <a:solidFill>
                <a:srgbClr val="000000"/>
              </a:solidFill>
              <a:effectLst/>
              <a:uFillTx/>
              <a:latin typeface="Arial"/>
            </a:endParaRPr>
          </a:p>
          <a:p>
            <a:pPr marL="216000" indent="-216000" algn="just">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The solution integrates data preprocessing, model training, and web deployment using a Flask API, along with a simple frontend interface for user interaction. This approach not only simplifies the laptop selection process but also demonstrates the practical application of machine learning in real-world scenarios</a:t>
            </a:r>
            <a:endParaRPr lang="en-IN" sz="3200" b="0" u="none" strike="noStrike">
              <a:solidFill>
                <a:srgbClr val="000000"/>
              </a:solidFill>
              <a:effectLst/>
              <a:uFillTx/>
              <a:latin typeface="Arial"/>
            </a:endParaRPr>
          </a:p>
          <a:p>
            <a:pPr indent="0">
              <a:lnSpc>
                <a:spcPct val="100000"/>
              </a:lnSpc>
              <a:spcBef>
                <a:spcPts val="1191"/>
              </a:spcBef>
              <a:spcAft>
                <a:spcPts val="992"/>
              </a:spcAft>
              <a:buNone/>
              <a:tabLst>
                <a:tab pos="0" algn="l"/>
              </a:tabLst>
            </a:pPr>
            <a:endParaRPr lang="en-IN" sz="10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1257480" y="-135360"/>
            <a:ext cx="15771240" cy="3352320"/>
          </a:xfrm>
          <a:prstGeom prst="rect">
            <a:avLst/>
          </a:prstGeom>
          <a:noFill/>
          <a:ln w="0">
            <a:noFill/>
          </a:ln>
        </p:spPr>
        <p:txBody>
          <a:bodyPr lIns="0" tIns="0" rIns="0" bIns="0" anchor="ctr">
            <a:spAutoFit/>
          </a:bodyPr>
          <a:lstStyle/>
          <a:p>
            <a:pPr indent="0" algn="ctr">
              <a:lnSpc>
                <a:spcPct val="100000"/>
              </a:lnSpc>
              <a:buNone/>
              <a:tabLst>
                <a:tab pos="0" algn="l"/>
              </a:tabLst>
            </a:pPr>
            <a:br>
              <a:rPr sz="4400"/>
            </a:br>
            <a:br>
              <a:rPr sz="4400"/>
            </a:br>
            <a:br>
              <a:rPr sz="4400"/>
            </a:br>
            <a:br>
              <a:rPr sz="4400"/>
            </a:br>
            <a:r>
              <a:rPr lang="en-IN" sz="4400" b="1" u="none" strike="noStrike">
                <a:solidFill>
                  <a:srgbClr val="000000"/>
                </a:solidFill>
                <a:effectLst/>
                <a:uFillTx/>
                <a:latin typeface="TimES NEW ROMAN"/>
              </a:rPr>
              <a:t>COMPANY PROFILE</a:t>
            </a:r>
            <a:endParaRPr lang="en-IN" sz="4400" b="0" u="none" strike="noStrike">
              <a:solidFill>
                <a:srgbClr val="000000"/>
              </a:solidFill>
              <a:effectLst/>
              <a:uFillTx/>
              <a:latin typeface="Arial"/>
            </a:endParaRPr>
          </a:p>
        </p:txBody>
      </p:sp>
      <p:sp>
        <p:nvSpPr>
          <p:cNvPr id="92" name="Rectangle 91"/>
          <p:cNvSpPr/>
          <p:nvPr/>
        </p:nvSpPr>
        <p:spPr>
          <a:xfrm>
            <a:off x="1080000" y="3420000"/>
            <a:ext cx="16739280" cy="593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IN" sz="3600" b="0" u="none" strike="noStrike">
                <a:solidFill>
                  <a:srgbClr val="000000"/>
                </a:solidFill>
                <a:effectLst/>
                <a:uFillTx/>
                <a:latin typeface="Times New Roman"/>
                <a:ea typeface="Times New Roman"/>
              </a:rPr>
              <a:t>Name : </a:t>
            </a:r>
            <a:r>
              <a:rPr lang="en-US" sz="3600" b="0" u="none" strike="noStrike">
                <a:solidFill>
                  <a:srgbClr val="000000"/>
                </a:solidFill>
                <a:effectLst/>
                <a:uFillTx/>
                <a:latin typeface="Times New Roman"/>
                <a:ea typeface="Times New Roman"/>
              </a:rPr>
              <a:t>Prinston Smart Engineers</a:t>
            </a:r>
            <a:endParaRPr lang="en-IN" sz="3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IN" sz="3600" b="0" u="none" strike="noStrike">
                <a:solidFill>
                  <a:srgbClr val="000000"/>
                </a:solidFill>
                <a:effectLst/>
                <a:uFillTx/>
                <a:latin typeface="Times New Roman"/>
                <a:ea typeface="Times New Roman"/>
              </a:rPr>
              <a:t>Bangalore Office : Anthony Building,2</a:t>
            </a:r>
            <a:r>
              <a:rPr lang="en-IN" sz="3600" b="0" u="none" strike="noStrike" baseline="30000">
                <a:solidFill>
                  <a:srgbClr val="000000"/>
                </a:solidFill>
                <a:effectLst/>
                <a:uFillTx/>
                <a:latin typeface="Times New Roman"/>
                <a:ea typeface="Times New Roman"/>
              </a:rPr>
              <a:t>nd</a:t>
            </a:r>
            <a:r>
              <a:rPr lang="en-IN" sz="3600" b="0" u="none" strike="noStrike">
                <a:solidFill>
                  <a:srgbClr val="000000"/>
                </a:solidFill>
                <a:effectLst/>
                <a:uFillTx/>
                <a:latin typeface="Times New Roman"/>
                <a:ea typeface="Times New Roman"/>
              </a:rPr>
              <a:t> Floor, Begur Main road, Bangalore – 560068</a:t>
            </a:r>
            <a:endParaRPr lang="en-IN" sz="3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IN" sz="3600" b="0" u="none" strike="noStrike">
                <a:solidFill>
                  <a:srgbClr val="000000"/>
                </a:solidFill>
                <a:effectLst/>
                <a:uFillTx/>
                <a:latin typeface="Times New Roman"/>
                <a:ea typeface="Times New Roman"/>
              </a:rPr>
              <a:t>Phone : +91- 9513106196/ +91-9810188747</a:t>
            </a:r>
            <a:endParaRPr lang="en-IN" sz="3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IN" sz="3600" b="0" u="none" strike="noStrike">
                <a:solidFill>
                  <a:srgbClr val="000000"/>
                </a:solidFill>
                <a:effectLst/>
                <a:uFillTx/>
                <a:latin typeface="Times New Roman"/>
                <a:ea typeface="Times New Roman"/>
              </a:rPr>
              <a:t>Email : </a:t>
            </a:r>
            <a:r>
              <a:rPr lang="en-IN" sz="3600" b="0" u="sng" strike="noStrike">
                <a:solidFill>
                  <a:srgbClr val="0563C1"/>
                </a:solidFill>
                <a:effectLst/>
                <a:uFillTx/>
                <a:latin typeface="Times New Roman"/>
                <a:ea typeface="Times New Roman"/>
                <a:hlinkClick r:id="rId2"/>
              </a:rPr>
              <a:t>Info@prinstonsmart.com</a:t>
            </a:r>
            <a:r>
              <a:rPr lang="en-IN" sz="3600" b="0" u="sng" strike="noStrike">
                <a:solidFill>
                  <a:srgbClr val="000000"/>
                </a:solidFill>
                <a:effectLst/>
                <a:uFillTx/>
                <a:latin typeface="Times New Roman"/>
                <a:ea typeface="Times New Roman"/>
              </a:rPr>
              <a:t>  </a:t>
            </a:r>
            <a:r>
              <a:rPr lang="en-IN" sz="3600" b="0" u="none" strike="noStrike">
                <a:solidFill>
                  <a:srgbClr val="000000"/>
                </a:solidFill>
                <a:effectLst/>
                <a:uFillTx/>
                <a:latin typeface="Times New Roman"/>
                <a:ea typeface="Times New Roman"/>
              </a:rPr>
              <a:t> </a:t>
            </a:r>
            <a:r>
              <a:rPr lang="en-IN" sz="3600" b="0" u="sng" strike="noStrike">
                <a:solidFill>
                  <a:srgbClr val="0563C1"/>
                </a:solidFill>
                <a:effectLst/>
                <a:uFillTx/>
                <a:latin typeface="Times New Roman"/>
                <a:ea typeface="Times New Roman"/>
                <a:hlinkClick r:id="rId3"/>
              </a:rPr>
              <a:t>prinston.smart@gmail.com</a:t>
            </a:r>
            <a:endParaRPr lang="en-IN" sz="3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IN" sz="3600" b="0" u="none" strike="noStrike">
                <a:solidFill>
                  <a:srgbClr val="000000"/>
                </a:solidFill>
                <a:effectLst/>
                <a:uFillTx/>
                <a:latin typeface="Times New Roman"/>
                <a:ea typeface="Times New Roman"/>
              </a:rPr>
              <a:t>Contact Person: Mrs. Farheen Farhath (Project Head )</a:t>
            </a:r>
            <a:endParaRPr lang="en-IN" sz="3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IN" sz="3600" b="0" u="none" strike="noStrike">
                <a:solidFill>
                  <a:srgbClr val="000000"/>
                </a:solidFill>
                <a:effectLst/>
                <a:uFillTx/>
                <a:latin typeface="Times New Roman"/>
                <a:ea typeface="Times New Roman"/>
              </a:rPr>
              <a:t>Year stand up : 2016</a:t>
            </a:r>
            <a:endParaRPr lang="en-IN" sz="3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IN" sz="3600" b="0" u="none" strike="noStrike">
                <a:solidFill>
                  <a:srgbClr val="000000"/>
                </a:solidFill>
                <a:effectLst/>
                <a:uFillTx/>
                <a:latin typeface="Times New Roman"/>
                <a:ea typeface="Times New Roman"/>
              </a:rPr>
              <a:t>Company category : </a:t>
            </a:r>
            <a:r>
              <a:rPr lang="en-US" sz="3600" b="0" u="none" strike="noStrike">
                <a:solidFill>
                  <a:srgbClr val="000000"/>
                </a:solidFill>
                <a:effectLst/>
                <a:uFillTx/>
                <a:latin typeface="Times New Roman"/>
                <a:ea typeface="Times New Roman"/>
              </a:rPr>
              <a:t>Engineering &amp; Technology Services</a:t>
            </a:r>
            <a:endParaRPr lang="en-IN" sz="3600" b="0" u="none" strike="noStrike">
              <a:solidFill>
                <a:srgbClr val="000000"/>
              </a:solidFill>
              <a:effectLst/>
              <a:uFillTx/>
              <a:latin typeface="Arial"/>
            </a:endParaRPr>
          </a:p>
          <a:p>
            <a:pPr>
              <a:lnSpc>
                <a:spcPct val="100000"/>
              </a:lnSpc>
            </a:pPr>
            <a:endParaRPr lang="en-IN" sz="3600" b="0" u="none" strike="noStrike">
              <a:solidFill>
                <a:srgbClr val="000000"/>
              </a:solidFill>
              <a:effectLst/>
              <a:uFillTx/>
              <a:latin typeface="Arial"/>
            </a:endParaRPr>
          </a:p>
        </p:txBody>
      </p:sp>
      <p:pic>
        <p:nvPicPr>
          <p:cNvPr id="93" name="Picture 92"/>
          <p:cNvPicPr/>
          <p:nvPr/>
        </p:nvPicPr>
        <p:blipFill>
          <a:blip r:embed="rId4"/>
          <a:stretch/>
        </p:blipFill>
        <p:spPr>
          <a:xfrm>
            <a:off x="7020000" y="90360"/>
            <a:ext cx="4139280" cy="232776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1328400" y="173160"/>
            <a:ext cx="15771240" cy="1986840"/>
          </a:xfrm>
          <a:prstGeom prst="rect">
            <a:avLst/>
          </a:prstGeom>
          <a:noFill/>
          <a:ln w="0">
            <a:noFill/>
          </a:ln>
        </p:spPr>
        <p:txBody>
          <a:bodyPr lIns="0" tIns="0" rIns="0" bIns="0" anchor="ctr">
            <a:spAutoFit/>
          </a:bodyPr>
          <a:lstStyle/>
          <a:p>
            <a:pPr indent="0" algn="ctr">
              <a:lnSpc>
                <a:spcPct val="100000"/>
              </a:lnSpc>
              <a:buNone/>
              <a:tabLst>
                <a:tab pos="0" algn="l"/>
              </a:tabLst>
            </a:pPr>
            <a:r>
              <a:rPr lang="en-IN" sz="4400" b="1" u="none" strike="noStrike">
                <a:solidFill>
                  <a:srgbClr val="000000"/>
                </a:solidFill>
                <a:effectLst/>
                <a:uFillTx/>
                <a:latin typeface="TimES NEW ROMAN"/>
              </a:rPr>
              <a:t>COMPANY DESCRIPTION</a:t>
            </a:r>
            <a:endParaRPr lang="en-IN" sz="4400" b="0" u="none" strike="noStrike">
              <a:solidFill>
                <a:srgbClr val="000000"/>
              </a:solidFill>
              <a:effectLst/>
              <a:uFillTx/>
              <a:latin typeface="Arial"/>
            </a:endParaRPr>
          </a:p>
        </p:txBody>
      </p:sp>
      <p:sp>
        <p:nvSpPr>
          <p:cNvPr id="95" name="PlaceHolder 2"/>
          <p:cNvSpPr>
            <a:spLocks noGrp="1"/>
          </p:cNvSpPr>
          <p:nvPr>
            <p:ph/>
          </p:nvPr>
        </p:nvSpPr>
        <p:spPr>
          <a:xfrm>
            <a:off x="1868400" y="2294640"/>
            <a:ext cx="15771240" cy="6525000"/>
          </a:xfrm>
          <a:prstGeom prst="rect">
            <a:avLst/>
          </a:prstGeom>
          <a:noFill/>
          <a:ln w="0">
            <a:noFill/>
          </a:ln>
        </p:spPr>
        <p:txBody>
          <a:bodyPr lIns="0" tIns="0" rIns="0" bIns="0" anchor="t">
            <a:normAutofit fontScale="85000" lnSpcReduction="9999"/>
          </a:bodyPr>
          <a:lstStyle/>
          <a:p>
            <a:pPr marL="432000" indent="-152280" algn="just" defTabSz="457200">
              <a:lnSpc>
                <a:spcPct val="100000"/>
              </a:lnSpc>
              <a:buClr>
                <a:srgbClr val="000000"/>
              </a:buClr>
              <a:buFont typeface="Arial"/>
              <a:buChar char="•"/>
            </a:pPr>
            <a:r>
              <a:rPr lang="en-US" sz="3200" b="0" u="none" strike="noStrike">
                <a:solidFill>
                  <a:schemeClr val="dk1"/>
                </a:solidFill>
                <a:effectLst/>
                <a:uFillTx/>
                <a:latin typeface="TimES NEW ROMAN"/>
                <a:ea typeface="Libre Franklin"/>
              </a:rPr>
              <a:t>In 2016, Prinston Smart Engineers Started Its Fascinating Journey.</a:t>
            </a:r>
            <a:endParaRPr lang="en-IN" sz="3200" b="0" u="none" strike="noStrike">
              <a:solidFill>
                <a:srgbClr val="000000"/>
              </a:solidFill>
              <a:effectLst/>
              <a:uFillTx/>
              <a:latin typeface="Arial"/>
            </a:endParaRPr>
          </a:p>
          <a:p>
            <a:pPr indent="0" algn="just" defTabSz="457200">
              <a:lnSpc>
                <a:spcPct val="100000"/>
              </a:lnSpc>
              <a:buNone/>
              <a:tabLst>
                <a:tab pos="0" algn="l"/>
              </a:tabLst>
            </a:pPr>
            <a:endParaRPr lang="en-IN" sz="3200" b="0" u="none" strike="noStrike">
              <a:solidFill>
                <a:srgbClr val="000000"/>
              </a:solidFill>
              <a:effectLst/>
              <a:uFillTx/>
              <a:latin typeface="Arial"/>
            </a:endParaRPr>
          </a:p>
          <a:p>
            <a:pPr marL="432000" indent="-152280" algn="just" defTabSz="457200">
              <a:lnSpc>
                <a:spcPct val="100000"/>
              </a:lnSpc>
              <a:buClr>
                <a:srgbClr val="000000"/>
              </a:buClr>
              <a:buFont typeface="Arial"/>
              <a:buChar char="•"/>
              <a:tabLst>
                <a:tab pos="0" algn="l"/>
              </a:tabLst>
            </a:pPr>
            <a:r>
              <a:rPr lang="en-US" sz="3200" b="0" u="none" strike="noStrike">
                <a:solidFill>
                  <a:schemeClr val="dk1"/>
                </a:solidFill>
                <a:effectLst/>
                <a:uFillTx/>
                <a:latin typeface="TimES NEW ROMAN"/>
                <a:ea typeface="Libre Franklin"/>
              </a:rPr>
              <a:t>Prinston Smart Engineers is Core  Engineering and IT services company , under the skill development department they focused on providing industry-oriented training, internships, and project-based learning in emerging technologies.</a:t>
            </a:r>
            <a:endParaRPr lang="en-IN" sz="3200" b="0" u="none" strike="noStrike">
              <a:solidFill>
                <a:srgbClr val="000000"/>
              </a:solidFill>
              <a:effectLst/>
              <a:uFillTx/>
              <a:latin typeface="Arial"/>
            </a:endParaRPr>
          </a:p>
          <a:p>
            <a:pPr indent="0" algn="just" defTabSz="457200">
              <a:lnSpc>
                <a:spcPct val="100000"/>
              </a:lnSpc>
              <a:buNone/>
              <a:tabLst>
                <a:tab pos="0" algn="l"/>
              </a:tabLst>
            </a:pPr>
            <a:endParaRPr lang="en-IN" sz="3200" b="0" u="none" strike="noStrike">
              <a:solidFill>
                <a:srgbClr val="000000"/>
              </a:solidFill>
              <a:effectLst/>
              <a:uFillTx/>
              <a:latin typeface="Arial"/>
            </a:endParaRPr>
          </a:p>
          <a:p>
            <a:pPr marL="432000" indent="-152280" algn="just" defTabSz="457200">
              <a:lnSpc>
                <a:spcPct val="100000"/>
              </a:lnSpc>
              <a:buClr>
                <a:srgbClr val="000000"/>
              </a:buClr>
              <a:buFont typeface="Arial"/>
              <a:buChar char="•"/>
              <a:tabLst>
                <a:tab pos="0" algn="l"/>
              </a:tabLst>
            </a:pPr>
            <a:r>
              <a:rPr lang="en-US" sz="3200" b="0" u="none" strike="noStrike">
                <a:solidFill>
                  <a:schemeClr val="dk1"/>
                </a:solidFill>
                <a:effectLst/>
                <a:uFillTx/>
                <a:latin typeface="TimES NEW ROMAN"/>
                <a:ea typeface="Libre Franklin"/>
              </a:rPr>
              <a:t>At Prinston Smart Engineers, we are a forward-thinking engineering and IT services company committed to delivering innovative, reliable, and high-impact solutions that transform businesses and industries. By blending the precision of engineering with the power of information technology, we offer comprehensive services across various sectors, empowering organizations to achieve efficiency, scalability, and growth.</a:t>
            </a:r>
            <a:endParaRPr lang="en-IN" sz="3200" b="0" u="none" strike="noStrike">
              <a:solidFill>
                <a:srgbClr val="000000"/>
              </a:solidFill>
              <a:effectLst/>
              <a:uFillTx/>
              <a:latin typeface="Arial"/>
            </a:endParaRPr>
          </a:p>
          <a:p>
            <a:pPr indent="0" algn="just" defTabSz="457200">
              <a:lnSpc>
                <a:spcPct val="100000"/>
              </a:lnSpc>
              <a:buNone/>
              <a:tabLst>
                <a:tab pos="0" algn="l"/>
              </a:tabLst>
            </a:pPr>
            <a:endParaRPr lang="en-IN" sz="3200" b="0" u="none" strike="noStrike">
              <a:solidFill>
                <a:srgbClr val="000000"/>
              </a:solidFill>
              <a:effectLst/>
              <a:uFillTx/>
              <a:latin typeface="Arial"/>
            </a:endParaRPr>
          </a:p>
          <a:p>
            <a:pPr marL="432000" indent="-152280" algn="just" defTabSz="457200">
              <a:lnSpc>
                <a:spcPct val="100000"/>
              </a:lnSpc>
              <a:buClr>
                <a:srgbClr val="000000"/>
              </a:buClr>
              <a:buFont typeface="Arial"/>
              <a:buChar char="•"/>
              <a:tabLst>
                <a:tab pos="0" algn="l"/>
              </a:tabLst>
            </a:pPr>
            <a:r>
              <a:rPr lang="en-US" sz="3200" b="0" u="none" strike="noStrike">
                <a:solidFill>
                  <a:schemeClr val="dk1"/>
                </a:solidFill>
                <a:effectLst/>
                <a:uFillTx/>
                <a:latin typeface="TimES NEW ROMAN"/>
                <a:ea typeface="Libre Franklin"/>
              </a:rPr>
              <a:t>Prinston Smart Engineers works closely with colleges and institutions to bridge the gap between academics and industry. The company delivers hands-on internships, technical training programs, and real-world projects in domains such as Data Science, Machine Learning, Artificial Intelligence, Software Development, and Core Engineering. The organization emphasizes practical exposure, mentorship, and employability-focused learning.</a:t>
            </a:r>
            <a:endParaRPr lang="en-IN" sz="3200" b="0" u="none" strike="noStrike">
              <a:solidFill>
                <a:srgbClr val="000000"/>
              </a:solidFill>
              <a:effectLst/>
              <a:uFillTx/>
              <a:latin typeface="Arial"/>
            </a:endParaRPr>
          </a:p>
          <a:p>
            <a:pPr indent="0" algn="just" defTabSz="457200">
              <a:lnSpc>
                <a:spcPct val="100000"/>
              </a:lnSpc>
              <a:buNone/>
              <a:tabLst>
                <a:tab pos="0" algn="l"/>
              </a:tabLst>
            </a:pPr>
            <a:br>
              <a:rPr sz="3200"/>
            </a:br>
            <a:endParaRPr lang="en-IN" sz="32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1257480" y="1439640"/>
            <a:ext cx="15771240" cy="1987560"/>
          </a:xfrm>
          <a:prstGeom prst="rect">
            <a:avLst/>
          </a:prstGeom>
          <a:noFill/>
          <a:ln w="0">
            <a:noFill/>
          </a:ln>
        </p:spPr>
        <p:txBody>
          <a:bodyPr lIns="0" tIns="0" rIns="0" bIns="0" anchor="ctr">
            <a:spAutoFit/>
          </a:bodyPr>
          <a:lstStyle/>
          <a:p>
            <a:pPr indent="0" algn="ctr">
              <a:lnSpc>
                <a:spcPct val="100000"/>
              </a:lnSpc>
              <a:buNone/>
              <a:tabLst>
                <a:tab pos="0" algn="l"/>
              </a:tabLst>
            </a:pPr>
            <a:r>
              <a:rPr lang="en-IN" sz="4400" b="1" u="none" strike="noStrike">
                <a:solidFill>
                  <a:srgbClr val="000000"/>
                </a:solidFill>
                <a:effectLst/>
                <a:uFillTx/>
                <a:latin typeface="TimES NEW ROMAN"/>
              </a:rPr>
              <a:t>PROBLEM STATEMENT</a:t>
            </a:r>
            <a:endParaRPr lang="en-IN" sz="4400" b="0" u="none" strike="noStrike">
              <a:solidFill>
                <a:srgbClr val="000000"/>
              </a:solidFill>
              <a:effectLst/>
              <a:uFillTx/>
              <a:latin typeface="Arial"/>
            </a:endParaRPr>
          </a:p>
        </p:txBody>
      </p:sp>
      <p:sp>
        <p:nvSpPr>
          <p:cNvPr id="97" name="Rectangle 96"/>
          <p:cNvSpPr/>
          <p:nvPr/>
        </p:nvSpPr>
        <p:spPr>
          <a:xfrm>
            <a:off x="1080000" y="3427200"/>
            <a:ext cx="16197480" cy="4672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3600" b="1" u="none" strike="noStrike">
                <a:solidFill>
                  <a:schemeClr val="dk1"/>
                </a:solidFill>
                <a:effectLst/>
                <a:uFillTx/>
                <a:latin typeface="Times New Roman"/>
              </a:rPr>
              <a:t>Problem Statement:</a:t>
            </a:r>
            <a:endParaRPr lang="en-IN" sz="3600" b="0" u="none" strike="noStrike">
              <a:solidFill>
                <a:srgbClr val="000000"/>
              </a:solidFill>
              <a:effectLst/>
              <a:uFillTx/>
              <a:latin typeface="Arial"/>
            </a:endParaRPr>
          </a:p>
          <a:p>
            <a:pPr>
              <a:lnSpc>
                <a:spcPct val="100000"/>
              </a:lnSpc>
            </a:pPr>
            <a:r>
              <a:rPr lang="en-US" sz="3600" b="0" u="none" strike="noStrike">
                <a:solidFill>
                  <a:schemeClr val="dk1"/>
                </a:solidFill>
                <a:effectLst/>
                <a:uFillTx/>
                <a:latin typeface="Times New Roman"/>
              </a:rPr>
              <a:t>The project aims to predict the price of laptops based on various features such as brand, RAM, processor, storage, and display specifications using machine learning techniques.</a:t>
            </a:r>
            <a:endParaRPr lang="en-IN" sz="3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3600" b="1" u="none" strike="noStrike">
                <a:solidFill>
                  <a:schemeClr val="dk1"/>
                </a:solidFill>
                <a:effectLst/>
                <a:uFillTx/>
                <a:latin typeface="Times New Roman"/>
              </a:rPr>
              <a:t>Brief Explanation:</a:t>
            </a:r>
            <a:br>
              <a:rPr sz="3600"/>
            </a:br>
            <a:r>
              <a:rPr lang="en-US" sz="3600" b="0" u="none" strike="noStrike">
                <a:solidFill>
                  <a:schemeClr val="dk1"/>
                </a:solidFill>
                <a:effectLst/>
                <a:uFillTx/>
                <a:latin typeface="Times New Roman"/>
              </a:rPr>
              <a:t>A regression-based model is developed to estimate laptop prices accurately by analyzing historical data and identifying patterns.</a:t>
            </a:r>
            <a:endParaRPr lang="en-IN" sz="36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1257480" y="547200"/>
            <a:ext cx="15771240" cy="1986840"/>
          </a:xfrm>
          <a:prstGeom prst="rect">
            <a:avLst/>
          </a:prstGeom>
          <a:noFill/>
          <a:ln w="0">
            <a:noFill/>
          </a:ln>
        </p:spPr>
        <p:txBody>
          <a:bodyPr lIns="0" tIns="0" rIns="0" bIns="0" anchor="ctr">
            <a:spAutoFit/>
          </a:bodyPr>
          <a:lstStyle/>
          <a:p>
            <a:pPr indent="0" algn="ctr">
              <a:lnSpc>
                <a:spcPct val="100000"/>
              </a:lnSpc>
              <a:buNone/>
              <a:tabLst>
                <a:tab pos="0" algn="l"/>
              </a:tabLst>
            </a:pPr>
            <a:r>
              <a:rPr lang="en-IN" sz="8000" b="1" u="none" strike="noStrike">
                <a:solidFill>
                  <a:srgbClr val="000000"/>
                </a:solidFill>
                <a:effectLst/>
                <a:uFillTx/>
                <a:latin typeface="TimES NEW ROMAN"/>
              </a:rPr>
              <a:t>OBJECTIVE</a:t>
            </a:r>
            <a:endParaRPr lang="en-IN" sz="8000" b="0" u="none" strike="noStrike">
              <a:solidFill>
                <a:srgbClr val="000000"/>
              </a:solidFill>
              <a:effectLst/>
              <a:uFillTx/>
              <a:latin typeface="Arial"/>
            </a:endParaRPr>
          </a:p>
        </p:txBody>
      </p:sp>
      <p:sp>
        <p:nvSpPr>
          <p:cNvPr id="99" name="PlaceHolder 2"/>
          <p:cNvSpPr>
            <a:spLocks noGrp="1"/>
          </p:cNvSpPr>
          <p:nvPr>
            <p:ph/>
          </p:nvPr>
        </p:nvSpPr>
        <p:spPr>
          <a:xfrm>
            <a:off x="1257480" y="2738520"/>
            <a:ext cx="15771240" cy="6525000"/>
          </a:xfrm>
          <a:prstGeom prst="rect">
            <a:avLst/>
          </a:prstGeom>
          <a:noFill/>
          <a:ln w="0">
            <a:noFill/>
          </a:ln>
        </p:spPr>
        <p:txBody>
          <a:bodyPr lIns="0" tIns="0" rIns="0" bIns="0" anchor="t">
            <a:normAutofit/>
          </a:bodyPr>
          <a:lstStyle/>
          <a:p>
            <a:pPr marL="432000" indent="-324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To develop a machine learning model for predicting laptop prices based on features like RAM, processor, storage, and brand </a:t>
            </a:r>
            <a:endParaRPr lang="en-IN" sz="3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To preprocess and analyze the dataset for accurate model training </a:t>
            </a:r>
            <a:endParaRPr lang="en-IN" sz="3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To deploy the model using a Flask API for real-time predictions </a:t>
            </a:r>
            <a:endParaRPr lang="en-IN" sz="3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To design a simple user interface for input and displaying results </a:t>
            </a:r>
            <a:endParaRPr lang="en-IN" sz="3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To provide reliable price predictions and basic laptop recommendations</a:t>
            </a:r>
            <a:endParaRPr lang="en-IN" sz="3200" b="0" u="none" strike="noStrike">
              <a:solidFill>
                <a:srgbClr val="000000"/>
              </a:solidFill>
              <a:effectLst/>
              <a:uFillTx/>
              <a:latin typeface="Arial"/>
            </a:endParaRPr>
          </a:p>
          <a:p>
            <a:pPr marL="432000" indent="0">
              <a:lnSpc>
                <a:spcPct val="100000"/>
              </a:lnSpc>
              <a:spcBef>
                <a:spcPts val="1191"/>
              </a:spcBef>
              <a:spcAft>
                <a:spcPts val="992"/>
              </a:spcAft>
              <a:buNone/>
              <a:tabLst>
                <a:tab pos="0" algn="l"/>
              </a:tabLst>
            </a:pPr>
            <a:endParaRPr lang="en-IN" sz="10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148400" y="359640"/>
            <a:ext cx="15771240" cy="1986840"/>
          </a:xfrm>
          <a:prstGeom prst="rect">
            <a:avLst/>
          </a:prstGeom>
          <a:noFill/>
          <a:ln w="0">
            <a:noFill/>
          </a:ln>
        </p:spPr>
        <p:txBody>
          <a:bodyPr lIns="0" tIns="0" rIns="0" bIns="0" anchor="ctr">
            <a:spAutoFit/>
          </a:bodyPr>
          <a:lstStyle/>
          <a:p>
            <a:pPr indent="0" algn="ctr">
              <a:lnSpc>
                <a:spcPct val="100000"/>
              </a:lnSpc>
              <a:buNone/>
              <a:tabLst>
                <a:tab pos="0" algn="l"/>
              </a:tabLst>
            </a:pPr>
            <a:r>
              <a:rPr lang="en-IN" sz="8000" b="1" u="none" strike="noStrike">
                <a:solidFill>
                  <a:srgbClr val="000000"/>
                </a:solidFill>
                <a:effectLst/>
                <a:uFillTx/>
                <a:latin typeface="Times new roman"/>
              </a:rPr>
              <a:t>DATASETS</a:t>
            </a:r>
            <a:endParaRPr lang="en-IN" sz="8000" b="0" u="none" strike="noStrike">
              <a:solidFill>
                <a:srgbClr val="000000"/>
              </a:solidFill>
              <a:effectLst/>
              <a:uFillTx/>
              <a:latin typeface="Arial"/>
            </a:endParaRPr>
          </a:p>
        </p:txBody>
      </p:sp>
      <p:pic>
        <p:nvPicPr>
          <p:cNvPr id="101" name="Picture 100"/>
          <p:cNvPicPr/>
          <p:nvPr/>
        </p:nvPicPr>
        <p:blipFill>
          <a:blip r:embed="rId2"/>
          <a:stretch/>
        </p:blipFill>
        <p:spPr>
          <a:xfrm>
            <a:off x="1620000" y="2160000"/>
            <a:ext cx="15467760" cy="717156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1257480" y="547200"/>
            <a:ext cx="15771240" cy="1986840"/>
          </a:xfrm>
          <a:prstGeom prst="rect">
            <a:avLst/>
          </a:prstGeom>
          <a:noFill/>
          <a:ln w="0">
            <a:noFill/>
          </a:ln>
        </p:spPr>
        <p:txBody>
          <a:bodyPr lIns="0" tIns="0" rIns="0" bIns="0" anchor="ctr">
            <a:spAutoFit/>
          </a:bodyPr>
          <a:lstStyle/>
          <a:p>
            <a:pPr indent="0" algn="ctr">
              <a:lnSpc>
                <a:spcPct val="100000"/>
              </a:lnSpc>
              <a:buNone/>
              <a:tabLst>
                <a:tab pos="0" algn="l"/>
              </a:tabLst>
            </a:pPr>
            <a:r>
              <a:rPr lang="en-IN" sz="8000" b="1" u="none" strike="noStrike">
                <a:solidFill>
                  <a:srgbClr val="000000"/>
                </a:solidFill>
                <a:effectLst/>
                <a:uFillTx/>
                <a:latin typeface="Times new roman"/>
              </a:rPr>
              <a:t>LIBRARY USED</a:t>
            </a:r>
            <a:endParaRPr lang="en-IN" sz="8000" b="0" u="none" strike="noStrike">
              <a:solidFill>
                <a:srgbClr val="000000"/>
              </a:solidFill>
              <a:effectLst/>
              <a:uFillTx/>
              <a:latin typeface="Arial"/>
            </a:endParaRPr>
          </a:p>
        </p:txBody>
      </p:sp>
      <p:sp>
        <p:nvSpPr>
          <p:cNvPr id="103" name="Rectangle 102"/>
          <p:cNvSpPr/>
          <p:nvPr/>
        </p:nvSpPr>
        <p:spPr>
          <a:xfrm>
            <a:off x="2520000" y="2700000"/>
            <a:ext cx="12779640" cy="518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NumPy – for numerical computations and handling arrays </a:t>
            </a:r>
            <a:endParaRPr lang="en-IN" sz="3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Pandas – for data loading, cleaning, and preprocessing </a:t>
            </a:r>
            <a:endParaRPr lang="en-IN" sz="3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Matplotlib &amp; Seaborn – for data visualization and analysis </a:t>
            </a:r>
            <a:endParaRPr lang="en-IN" sz="3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Scikit-learn – for building and training machine learning models </a:t>
            </a:r>
            <a:endParaRPr lang="en-IN" sz="3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XGBost – for advanced and optimized prediction modeling </a:t>
            </a:r>
            <a:endParaRPr lang="en-IN" sz="3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Flask – for creating the backend API to serve predictions </a:t>
            </a:r>
            <a:endParaRPr lang="en-IN" sz="3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3200" b="0" u="none" strike="noStrike">
                <a:solidFill>
                  <a:srgbClr val="000000"/>
                </a:solidFill>
                <a:effectLst/>
                <a:uFillTx/>
                <a:latin typeface="Times new roman"/>
              </a:rPr>
              <a:t>ngrok – for generating a public URL to access the local server</a:t>
            </a:r>
            <a:endParaRPr lang="en-IN" sz="3200" b="0" u="none" strike="noStrike">
              <a:solidFill>
                <a:srgbClr val="000000"/>
              </a:solidFill>
              <a:effectLst/>
              <a:uFillTx/>
              <a:latin typeface="Arial"/>
            </a:endParaRPr>
          </a:p>
          <a:p>
            <a:pPr>
              <a:lnSpc>
                <a:spcPct val="100000"/>
              </a:lnSpc>
            </a:pPr>
            <a:endParaRPr lang="en-IN" sz="10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257480" y="547200"/>
            <a:ext cx="15771240" cy="1252800"/>
          </a:xfrm>
          <a:prstGeom prst="rect">
            <a:avLst/>
          </a:prstGeom>
          <a:noFill/>
          <a:ln w="0">
            <a:noFill/>
          </a:ln>
        </p:spPr>
        <p:txBody>
          <a:bodyPr lIns="0" tIns="0" rIns="0" bIns="0" anchor="ctr">
            <a:spAutoFit/>
          </a:bodyPr>
          <a:lstStyle/>
          <a:p>
            <a:pPr indent="0" algn="ctr">
              <a:lnSpc>
                <a:spcPct val="100000"/>
              </a:lnSpc>
              <a:buNone/>
              <a:tabLst>
                <a:tab pos="0" algn="l"/>
              </a:tabLst>
            </a:pPr>
            <a:r>
              <a:rPr lang="en-IN" sz="8000" b="1" u="none" strike="noStrike">
                <a:solidFill>
                  <a:srgbClr val="000000"/>
                </a:solidFill>
                <a:effectLst/>
                <a:uFillTx/>
                <a:latin typeface="TimES NEW ROMAN"/>
              </a:rPr>
              <a:t>IMPLEMENTATION </a:t>
            </a:r>
            <a:endParaRPr lang="en-IN" sz="8000" b="0" u="none" strike="noStrike">
              <a:solidFill>
                <a:srgbClr val="000000"/>
              </a:solidFill>
              <a:effectLst/>
              <a:uFillTx/>
              <a:latin typeface="Arial"/>
            </a:endParaRPr>
          </a:p>
        </p:txBody>
      </p:sp>
      <p:sp>
        <p:nvSpPr>
          <p:cNvPr id="105" name="Rectangle 104"/>
          <p:cNvSpPr/>
          <p:nvPr/>
        </p:nvSpPr>
        <p:spPr>
          <a:xfrm>
            <a:off x="1800000" y="1980000"/>
            <a:ext cx="13319640" cy="97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3200" b="1" u="none" strike="noStrike">
                <a:solidFill>
                  <a:srgbClr val="000000"/>
                </a:solidFill>
                <a:effectLst/>
                <a:uFillTx/>
                <a:latin typeface="TimES NEW ROMAN"/>
              </a:rPr>
              <a:t>Install Required Libraries : </a:t>
            </a:r>
            <a:endParaRPr lang="en-IN" sz="3200" b="0" u="none" strike="noStrike">
              <a:solidFill>
                <a:srgbClr val="000000"/>
              </a:solidFill>
              <a:effectLst/>
              <a:uFillTx/>
              <a:latin typeface="Arial"/>
            </a:endParaRPr>
          </a:p>
          <a:p>
            <a:pPr>
              <a:lnSpc>
                <a:spcPct val="100000"/>
              </a:lnSpc>
            </a:pPr>
            <a:r>
              <a:rPr lang="en-IN" sz="2600" b="1" u="none" strike="noStrike">
                <a:solidFill>
                  <a:srgbClr val="000000"/>
                </a:solidFill>
                <a:effectLst/>
                <a:uFillTx/>
                <a:latin typeface="TimES NEW ROMAN"/>
              </a:rPr>
              <a:t>      !pip install flask flask-cors pyngrok scikit-learn pandas numpy --quiet</a:t>
            </a:r>
            <a:endParaRPr lang="en-IN" sz="2600" b="0" u="none" strike="noStrike">
              <a:solidFill>
                <a:srgbClr val="000000"/>
              </a:solidFill>
              <a:effectLst/>
              <a:uFillTx/>
              <a:latin typeface="Arial"/>
            </a:endParaRPr>
          </a:p>
        </p:txBody>
      </p:sp>
      <p:sp>
        <p:nvSpPr>
          <p:cNvPr id="106" name="Rectangle 105"/>
          <p:cNvSpPr/>
          <p:nvPr/>
        </p:nvSpPr>
        <p:spPr>
          <a:xfrm>
            <a:off x="1800000" y="3283560"/>
            <a:ext cx="12687480" cy="56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3200" b="1" u="none" strike="noStrike">
                <a:solidFill>
                  <a:srgbClr val="000000"/>
                </a:solidFill>
                <a:effectLst/>
                <a:uFillTx/>
                <a:latin typeface="TimES NEW ROMAN"/>
              </a:rPr>
              <a:t>Mount Google Drive &amp; Load Dataset :</a:t>
            </a:r>
            <a:endParaRPr lang="en-IN" sz="3200" b="0" u="none" strike="noStrike">
              <a:solidFill>
                <a:srgbClr val="000000"/>
              </a:solidFill>
              <a:effectLst/>
              <a:uFillTx/>
              <a:latin typeface="Arial"/>
            </a:endParaRPr>
          </a:p>
          <a:p>
            <a:pPr algn="just">
              <a:lnSpc>
                <a:spcPct val="100000"/>
              </a:lnSpc>
            </a:pPr>
            <a:endParaRPr lang="en-IN" sz="1600" b="0" u="none" strike="noStrike">
              <a:solidFill>
                <a:srgbClr val="000000"/>
              </a:solidFill>
              <a:effectLst/>
              <a:uFillTx/>
              <a:latin typeface="Arial"/>
            </a:endParaRPr>
          </a:p>
          <a:p>
            <a:pPr algn="just">
              <a:lnSpc>
                <a:spcPct val="100000"/>
              </a:lnSpc>
            </a:pPr>
            <a:r>
              <a:rPr lang="en-IN" sz="1600" b="1" u="none" strike="noStrike">
                <a:solidFill>
                  <a:srgbClr val="000000"/>
                </a:solidFill>
                <a:effectLst/>
                <a:uFillTx/>
                <a:latin typeface="TimES NEW ROMAN"/>
              </a:rPr>
              <a:t>from google.colab </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import drivedrive.mount('/content/drive')</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import pandas as pd</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import numpy as np</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import warningswarnings.filterwarnings('ignore')</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DATASET_PATH = '/content/drive/MyDrive/laptops.csv'</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df = pd.read_csv(DATASET_PATH)</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print('Dataset loaded from Google Drive!')</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print('Shape:', df.shape)</a:t>
            </a:r>
            <a:endParaRPr lang="en-IN" sz="1600" b="0" u="none" strike="noStrike">
              <a:solidFill>
                <a:srgbClr val="000000"/>
              </a:solidFill>
              <a:effectLst/>
              <a:uFillTx/>
              <a:latin typeface="Arial"/>
            </a:endParaRPr>
          </a:p>
          <a:p>
            <a:pPr algn="just">
              <a:lnSpc>
                <a:spcPct val="100000"/>
              </a:lnSpc>
              <a:spcBef>
                <a:spcPts val="1191"/>
              </a:spcBef>
              <a:spcAft>
                <a:spcPts val="992"/>
              </a:spcAft>
            </a:pPr>
            <a:r>
              <a:rPr lang="en-IN" sz="1600" b="1" u="none" strike="noStrike">
                <a:solidFill>
                  <a:srgbClr val="000000"/>
                </a:solidFill>
                <a:effectLst/>
                <a:uFillTx/>
                <a:latin typeface="TimES NEW ROMAN"/>
              </a:rPr>
              <a:t>print('Columns:', df.columns.tolist())df.head(3)</a:t>
            </a:r>
            <a:endParaRPr lang="en-IN" sz="16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Rectangle 106"/>
          <p:cNvSpPr/>
          <p:nvPr/>
        </p:nvSpPr>
        <p:spPr>
          <a:xfrm>
            <a:off x="2340000" y="-180000"/>
            <a:ext cx="10800000" cy="1736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r">
              <a:lnSpc>
                <a:spcPct val="100000"/>
              </a:lnSpc>
            </a:pPr>
            <a:r>
              <a:rPr lang="en-IN" sz="8000" b="1" u="none" strike="noStrike">
                <a:solidFill>
                  <a:srgbClr val="000000"/>
                </a:solidFill>
                <a:effectLst/>
                <a:uFillTx/>
                <a:latin typeface="TimES NEW  ROMAN"/>
              </a:rPr>
              <a:t>Data Preprocessing</a:t>
            </a:r>
            <a:r>
              <a:rPr lang="en-IN" sz="3200" b="1" u="none" strike="noStrike">
                <a:solidFill>
                  <a:srgbClr val="000000"/>
                </a:solidFill>
                <a:effectLst/>
                <a:uFillTx/>
                <a:latin typeface="TimES NEW  ROMAN"/>
              </a:rPr>
              <a:t>  </a:t>
            </a:r>
            <a:endParaRPr lang="en-IN" sz="3200" b="0" u="none" strike="noStrike">
              <a:solidFill>
                <a:srgbClr val="000000"/>
              </a:solidFill>
              <a:effectLst/>
              <a:uFillTx/>
              <a:latin typeface="Arial"/>
            </a:endParaRPr>
          </a:p>
          <a:p>
            <a:pPr>
              <a:lnSpc>
                <a:spcPct val="100000"/>
              </a:lnSpc>
            </a:pPr>
            <a:endParaRPr lang="en-IN" sz="2800" b="0" u="none" strike="noStrike">
              <a:solidFill>
                <a:srgbClr val="000000"/>
              </a:solidFill>
              <a:effectLst/>
              <a:uFillTx/>
              <a:latin typeface="Arial"/>
            </a:endParaRPr>
          </a:p>
        </p:txBody>
      </p:sp>
      <p:pic>
        <p:nvPicPr>
          <p:cNvPr id="108" name="Picture 107"/>
          <p:cNvPicPr/>
          <p:nvPr/>
        </p:nvPicPr>
        <p:blipFill>
          <a:blip r:embed="rId2"/>
          <a:stretch/>
        </p:blipFill>
        <p:spPr>
          <a:xfrm>
            <a:off x="2520000" y="1080000"/>
            <a:ext cx="12420000" cy="837504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Box 108"/>
          <p:cNvSpPr txBox="1"/>
          <p:nvPr/>
        </p:nvSpPr>
        <p:spPr>
          <a:xfrm>
            <a:off x="1080000" y="180000"/>
            <a:ext cx="16740000" cy="1260000"/>
          </a:xfrm>
          <a:prstGeom prst="rect">
            <a:avLst/>
          </a:prstGeom>
          <a:noFill/>
          <a:ln w="0">
            <a:noFill/>
          </a:ln>
        </p:spPr>
        <p:txBody>
          <a:bodyPr lIns="90000" tIns="45000" rIns="90000" bIns="45000" anchor="t">
            <a:spAutoFit/>
          </a:bodyPr>
          <a:lstStyle/>
          <a:p>
            <a:r>
              <a:rPr lang="en-IN" sz="8000" b="1" u="none" strike="noStrike">
                <a:solidFill>
                  <a:srgbClr val="000000"/>
                </a:solidFill>
                <a:effectLst/>
                <a:uFillTx/>
                <a:latin typeface="Times new roman"/>
              </a:rPr>
              <a:t>Train ML Model (Random Forest)</a:t>
            </a:r>
          </a:p>
        </p:txBody>
      </p:sp>
      <p:pic>
        <p:nvPicPr>
          <p:cNvPr id="110" name="Picture 109"/>
          <p:cNvPicPr/>
          <p:nvPr/>
        </p:nvPicPr>
        <p:blipFill>
          <a:blip r:embed="rId2"/>
          <a:stretch/>
        </p:blipFill>
        <p:spPr>
          <a:xfrm>
            <a:off x="3240000" y="1581840"/>
            <a:ext cx="11520000" cy="777816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Box 110"/>
          <p:cNvSpPr txBox="1"/>
          <p:nvPr/>
        </p:nvSpPr>
        <p:spPr>
          <a:xfrm>
            <a:off x="5760000" y="0"/>
            <a:ext cx="6969960" cy="3007080"/>
          </a:xfrm>
          <a:prstGeom prst="rect">
            <a:avLst/>
          </a:prstGeom>
          <a:noFill/>
          <a:ln w="0">
            <a:noFill/>
          </a:ln>
        </p:spPr>
        <p:txBody>
          <a:bodyPr lIns="90000" tIns="45000" rIns="90000" bIns="45000" anchor="t">
            <a:spAutoFit/>
          </a:bodyPr>
          <a:lstStyle/>
          <a:p>
            <a:r>
              <a:rPr lang="en-IN" sz="8000" b="1" u="none" strike="noStrike">
                <a:solidFill>
                  <a:srgbClr val="000000"/>
                </a:solidFill>
                <a:effectLst/>
                <a:uFillTx/>
                <a:latin typeface="Times new roman"/>
              </a:rPr>
              <a:t> EDA Charts</a:t>
            </a:r>
            <a:endParaRPr lang="en-IN" sz="8000" b="0" u="none" strike="noStrike">
              <a:solidFill>
                <a:srgbClr val="000000"/>
              </a:solidFill>
              <a:effectLst/>
              <a:uFillTx/>
              <a:latin typeface="Arial"/>
            </a:endParaRPr>
          </a:p>
          <a:p>
            <a:endParaRPr lang="en-IN" sz="1800" b="0" u="none" strike="noStrike">
              <a:solidFill>
                <a:srgbClr val="000000"/>
              </a:solidFill>
              <a:effectLst/>
              <a:uFillTx/>
              <a:latin typeface="Arial"/>
            </a:endParaRPr>
          </a:p>
          <a:p>
            <a:endParaRPr lang="en-IN" sz="1800" b="0" u="none" strike="noStrike">
              <a:solidFill>
                <a:srgbClr val="000000"/>
              </a:solidFill>
              <a:effectLst/>
              <a:uFillTx/>
              <a:latin typeface="Arial"/>
            </a:endParaRPr>
          </a:p>
          <a:p>
            <a:endParaRPr lang="en-IN" sz="1800" b="0" u="none" strike="noStrike">
              <a:solidFill>
                <a:srgbClr val="000000"/>
              </a:solidFill>
              <a:effectLst/>
              <a:uFillTx/>
              <a:latin typeface="Arial"/>
            </a:endParaRPr>
          </a:p>
          <a:p>
            <a:endParaRPr lang="en-IN" sz="1800" b="0" u="none" strike="noStrike">
              <a:solidFill>
                <a:srgbClr val="000000"/>
              </a:solidFill>
              <a:effectLst/>
              <a:uFillTx/>
              <a:latin typeface="Arial"/>
            </a:endParaRPr>
          </a:p>
          <a:p>
            <a:endParaRPr lang="en-IN" sz="1800" b="0" u="none" strike="noStrike">
              <a:solidFill>
                <a:srgbClr val="000000"/>
              </a:solidFill>
              <a:effectLst/>
              <a:uFillTx/>
              <a:latin typeface="Arial"/>
            </a:endParaRPr>
          </a:p>
          <a:p>
            <a:endParaRPr lang="en-IN" sz="1800" b="0" u="none" strike="noStrike">
              <a:solidFill>
                <a:srgbClr val="000000"/>
              </a:solidFill>
              <a:effectLst/>
              <a:uFillTx/>
              <a:latin typeface="Arial"/>
            </a:endParaRPr>
          </a:p>
          <a:p>
            <a:endParaRPr lang="en-IN" sz="1800" b="0" u="none" strike="noStrike">
              <a:solidFill>
                <a:srgbClr val="000000"/>
              </a:solidFill>
              <a:effectLst/>
              <a:uFillTx/>
              <a:latin typeface="Arial"/>
            </a:endParaRPr>
          </a:p>
        </p:txBody>
      </p:sp>
      <p:pic>
        <p:nvPicPr>
          <p:cNvPr id="112" name="Picture 111"/>
          <p:cNvPicPr/>
          <p:nvPr/>
        </p:nvPicPr>
        <p:blipFill>
          <a:blip r:embed="rId2"/>
          <a:stretch/>
        </p:blipFill>
        <p:spPr>
          <a:xfrm>
            <a:off x="3600000" y="1260000"/>
            <a:ext cx="11160000" cy="784836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extBox 112"/>
          <p:cNvSpPr txBox="1"/>
          <p:nvPr/>
        </p:nvSpPr>
        <p:spPr>
          <a:xfrm>
            <a:off x="3600000" y="32760"/>
            <a:ext cx="13320000" cy="2487240"/>
          </a:xfrm>
          <a:prstGeom prst="rect">
            <a:avLst/>
          </a:prstGeom>
          <a:noFill/>
          <a:ln w="0">
            <a:noFill/>
          </a:ln>
        </p:spPr>
        <p:txBody>
          <a:bodyPr lIns="90000" tIns="45000" rIns="90000" bIns="45000" anchor="t">
            <a:spAutoFit/>
          </a:bodyPr>
          <a:lstStyle/>
          <a:p>
            <a:r>
              <a:rPr lang="en-IN" sz="8000" b="1" u="none" strike="noStrike">
                <a:solidFill>
                  <a:srgbClr val="000000"/>
                </a:solidFill>
                <a:effectLst/>
                <a:uFillTx/>
                <a:latin typeface="Arial"/>
              </a:rPr>
              <a:t> Save Cleaned Dataset</a:t>
            </a:r>
          </a:p>
          <a:p>
            <a:endParaRPr lang="en-IN" sz="8000" b="0" u="none" strike="noStrike">
              <a:solidFill>
                <a:srgbClr val="000000"/>
              </a:solidFill>
              <a:effectLst/>
              <a:uFillTx/>
              <a:latin typeface="Arial"/>
            </a:endParaRPr>
          </a:p>
        </p:txBody>
      </p:sp>
      <p:pic>
        <p:nvPicPr>
          <p:cNvPr id="114" name="Picture 113"/>
          <p:cNvPicPr/>
          <p:nvPr/>
        </p:nvPicPr>
        <p:blipFill>
          <a:blip r:embed="rId2"/>
          <a:stretch/>
        </p:blipFill>
        <p:spPr>
          <a:xfrm>
            <a:off x="3240000" y="1980000"/>
            <a:ext cx="12060000" cy="364608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Box 114"/>
          <p:cNvSpPr txBox="1"/>
          <p:nvPr/>
        </p:nvSpPr>
        <p:spPr>
          <a:xfrm>
            <a:off x="3780000" y="0"/>
            <a:ext cx="11520000" cy="1260000"/>
          </a:xfrm>
          <a:prstGeom prst="rect">
            <a:avLst/>
          </a:prstGeom>
          <a:noFill/>
          <a:ln w="0">
            <a:noFill/>
          </a:ln>
        </p:spPr>
        <p:txBody>
          <a:bodyPr lIns="90000" tIns="45000" rIns="90000" bIns="45000" anchor="t">
            <a:spAutoFit/>
          </a:bodyPr>
          <a:lstStyle/>
          <a:p>
            <a:r>
              <a:rPr lang="en-IN" sz="6000" b="1" u="none" strike="noStrike">
                <a:solidFill>
                  <a:srgbClr val="000000"/>
                </a:solidFill>
                <a:effectLst/>
                <a:uFillTx/>
                <a:latin typeface="Times new roman"/>
              </a:rPr>
              <a:t>      Write Flask API (app.py)</a:t>
            </a:r>
          </a:p>
        </p:txBody>
      </p:sp>
      <p:pic>
        <p:nvPicPr>
          <p:cNvPr id="116" name="Picture 115"/>
          <p:cNvPicPr/>
          <p:nvPr/>
        </p:nvPicPr>
        <p:blipFill>
          <a:blip r:embed="rId2"/>
          <a:stretch/>
        </p:blipFill>
        <p:spPr>
          <a:xfrm>
            <a:off x="5220000" y="1260000"/>
            <a:ext cx="8280000" cy="819864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Picture 116"/>
          <p:cNvPicPr/>
          <p:nvPr/>
        </p:nvPicPr>
        <p:blipFill>
          <a:blip r:embed="rId2"/>
          <a:stretch/>
        </p:blipFill>
        <p:spPr>
          <a:xfrm>
            <a:off x="6404040" y="341280"/>
            <a:ext cx="5924160" cy="8838720"/>
          </a:xfrm>
          <a:prstGeom prst="rect">
            <a:avLst/>
          </a:prstGeom>
          <a:noFill/>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Picture 117"/>
          <p:cNvPicPr/>
          <p:nvPr/>
        </p:nvPicPr>
        <p:blipFill>
          <a:blip r:embed="rId2"/>
          <a:stretch/>
        </p:blipFill>
        <p:spPr>
          <a:xfrm>
            <a:off x="4320000" y="1022040"/>
            <a:ext cx="9900000" cy="6971400"/>
          </a:xfrm>
          <a:prstGeom prst="rect">
            <a:avLst/>
          </a:prstGeom>
          <a:noFill/>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Box 118"/>
          <p:cNvSpPr txBox="1"/>
          <p:nvPr/>
        </p:nvSpPr>
        <p:spPr>
          <a:xfrm>
            <a:off x="720000" y="401400"/>
            <a:ext cx="11330640" cy="1306440"/>
          </a:xfrm>
          <a:prstGeom prst="rect">
            <a:avLst/>
          </a:prstGeom>
          <a:noFill/>
          <a:ln w="0">
            <a:noFill/>
          </a:ln>
        </p:spPr>
        <p:txBody>
          <a:bodyPr lIns="90000" tIns="45000" rIns="90000" bIns="45000" anchor="t">
            <a:spAutoFit/>
          </a:bodyPr>
          <a:lstStyle/>
          <a:p>
            <a:r>
              <a:rPr lang="en-IN" sz="5000" b="1" u="none" strike="noStrike">
                <a:solidFill>
                  <a:srgbClr val="000000"/>
                </a:solidFill>
                <a:effectLst/>
                <a:uFillTx/>
                <a:latin typeface="Times new roman"/>
              </a:rPr>
              <a:t>Set ngrok Auth Token</a:t>
            </a:r>
            <a:endParaRPr lang="en-IN" sz="5000" b="0" u="none" strike="noStrike">
              <a:solidFill>
                <a:srgbClr val="000000"/>
              </a:solidFill>
              <a:effectLst/>
              <a:uFillTx/>
              <a:latin typeface="Arial"/>
            </a:endParaRPr>
          </a:p>
          <a:p>
            <a:endParaRPr lang="en-IN" sz="1800" b="0" u="none" strike="noStrike">
              <a:solidFill>
                <a:srgbClr val="000000"/>
              </a:solidFill>
              <a:effectLst/>
              <a:uFillTx/>
              <a:latin typeface="Arial"/>
            </a:endParaRPr>
          </a:p>
          <a:p>
            <a:endParaRPr lang="en-IN" sz="1800" b="0" u="none" strike="noStrike">
              <a:solidFill>
                <a:srgbClr val="000000"/>
              </a:solidFill>
              <a:effectLst/>
              <a:uFillTx/>
              <a:latin typeface="Arial"/>
            </a:endParaRPr>
          </a:p>
        </p:txBody>
      </p:sp>
      <p:pic>
        <p:nvPicPr>
          <p:cNvPr id="120" name="Picture 119"/>
          <p:cNvPicPr/>
          <p:nvPr/>
        </p:nvPicPr>
        <p:blipFill>
          <a:blip r:embed="rId2"/>
          <a:stretch/>
        </p:blipFill>
        <p:spPr>
          <a:xfrm>
            <a:off x="610920" y="2160000"/>
            <a:ext cx="7129080" cy="3646440"/>
          </a:xfrm>
          <a:prstGeom prst="rect">
            <a:avLst/>
          </a:prstGeom>
          <a:noFill/>
          <a:ln w="0">
            <a:noFill/>
          </a:ln>
        </p:spPr>
      </p:pic>
      <p:sp>
        <p:nvSpPr>
          <p:cNvPr id="121" name="TextBox 120"/>
          <p:cNvSpPr txBox="1"/>
          <p:nvPr/>
        </p:nvSpPr>
        <p:spPr>
          <a:xfrm>
            <a:off x="9360000" y="360000"/>
            <a:ext cx="8460000" cy="1540080"/>
          </a:xfrm>
          <a:prstGeom prst="rect">
            <a:avLst/>
          </a:prstGeom>
          <a:noFill/>
          <a:ln w="0">
            <a:noFill/>
          </a:ln>
        </p:spPr>
        <p:txBody>
          <a:bodyPr lIns="90000" tIns="45000" rIns="90000" bIns="45000" anchor="t">
            <a:spAutoFit/>
          </a:bodyPr>
          <a:lstStyle/>
          <a:p>
            <a:r>
              <a:rPr lang="en-IN" sz="5000" b="1" u="none" strike="noStrike">
                <a:solidFill>
                  <a:srgbClr val="000000"/>
                </a:solidFill>
                <a:effectLst/>
                <a:uFillTx/>
                <a:latin typeface="Times new roman"/>
              </a:rPr>
              <a:t>Start Flask + Get Public URL</a:t>
            </a:r>
          </a:p>
        </p:txBody>
      </p:sp>
      <p:pic>
        <p:nvPicPr>
          <p:cNvPr id="122" name="Picture 121"/>
          <p:cNvPicPr/>
          <p:nvPr/>
        </p:nvPicPr>
        <p:blipFill>
          <a:blip r:embed="rId3"/>
          <a:stretch/>
        </p:blipFill>
        <p:spPr>
          <a:xfrm>
            <a:off x="10980000" y="1649160"/>
            <a:ext cx="5552640" cy="699084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955440" y="173880"/>
            <a:ext cx="15771240" cy="1446120"/>
          </a:xfrm>
          <a:prstGeom prst="rect">
            <a:avLst/>
          </a:prstGeom>
          <a:noFill/>
          <a:ln w="0">
            <a:noFill/>
          </a:ln>
        </p:spPr>
        <p:txBody>
          <a:bodyPr lIns="0" tIns="0" rIns="0" bIns="0" anchor="ctr">
            <a:spAutoFit/>
          </a:bodyPr>
          <a:lstStyle/>
          <a:p>
            <a:pPr indent="0" algn="ctr">
              <a:buNone/>
            </a:pPr>
            <a:r>
              <a:rPr lang="en-IN" sz="8000" b="1" u="none" strike="noStrike">
                <a:solidFill>
                  <a:srgbClr val="000000"/>
                </a:solidFill>
                <a:effectLst/>
                <a:uFillTx/>
                <a:latin typeface="Times new roman"/>
              </a:rPr>
              <a:t>Test API</a:t>
            </a:r>
          </a:p>
        </p:txBody>
      </p:sp>
      <p:pic>
        <p:nvPicPr>
          <p:cNvPr id="124" name="Picture 123"/>
          <p:cNvPicPr/>
          <p:nvPr/>
        </p:nvPicPr>
        <p:blipFill>
          <a:blip r:embed="rId2"/>
          <a:stretch/>
        </p:blipFill>
        <p:spPr>
          <a:xfrm>
            <a:off x="5241600" y="1800000"/>
            <a:ext cx="7718400" cy="6184080"/>
          </a:xfrm>
          <a:prstGeom prst="rect">
            <a:avLst/>
          </a:prstGeom>
          <a:noFill/>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257480" y="-6120"/>
            <a:ext cx="15771240" cy="1986120"/>
          </a:xfrm>
          <a:prstGeom prst="rect">
            <a:avLst/>
          </a:prstGeom>
          <a:noFill/>
          <a:ln w="0">
            <a:noFill/>
          </a:ln>
        </p:spPr>
        <p:txBody>
          <a:bodyPr lIns="0" tIns="0" rIns="0" bIns="0" anchor="ctr">
            <a:spAutoFit/>
          </a:bodyPr>
          <a:lstStyle/>
          <a:p>
            <a:pPr indent="0" algn="ctr">
              <a:buNone/>
            </a:pPr>
            <a:r>
              <a:rPr lang="en-IN" sz="6000" b="1" u="none" strike="noStrike">
                <a:solidFill>
                  <a:srgbClr val="000000"/>
                </a:solidFill>
                <a:effectLst/>
                <a:uFillTx/>
                <a:latin typeface="Times new roman"/>
              </a:rPr>
              <a:t>OUTCOMES/RESULTS</a:t>
            </a:r>
          </a:p>
        </p:txBody>
      </p:sp>
      <p:pic>
        <p:nvPicPr>
          <p:cNvPr id="126" name="Picture 125"/>
          <p:cNvPicPr/>
          <p:nvPr/>
        </p:nvPicPr>
        <p:blipFill>
          <a:blip r:embed="rId2"/>
          <a:stretch/>
        </p:blipFill>
        <p:spPr>
          <a:xfrm>
            <a:off x="1440000" y="2386440"/>
            <a:ext cx="15808320" cy="517356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Picture 126"/>
          <p:cNvPicPr/>
          <p:nvPr/>
        </p:nvPicPr>
        <p:blipFill>
          <a:blip r:embed="rId2"/>
          <a:stretch/>
        </p:blipFill>
        <p:spPr>
          <a:xfrm>
            <a:off x="2421360" y="751680"/>
            <a:ext cx="6038640" cy="8248320"/>
          </a:xfrm>
          <a:prstGeom prst="rect">
            <a:avLst/>
          </a:prstGeom>
          <a:noFill/>
          <a:ln w="0">
            <a:noFill/>
          </a:ln>
        </p:spPr>
      </p:pic>
      <p:pic>
        <p:nvPicPr>
          <p:cNvPr id="128" name="Picture 127"/>
          <p:cNvPicPr/>
          <p:nvPr/>
        </p:nvPicPr>
        <p:blipFill>
          <a:blip r:embed="rId3"/>
          <a:stretch/>
        </p:blipFill>
        <p:spPr>
          <a:xfrm>
            <a:off x="10071000" y="720000"/>
            <a:ext cx="7029000" cy="810000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 name="Picture 128"/>
          <p:cNvPicPr/>
          <p:nvPr/>
        </p:nvPicPr>
        <p:blipFill>
          <a:blip r:embed="rId2"/>
          <a:stretch/>
        </p:blipFill>
        <p:spPr>
          <a:xfrm>
            <a:off x="181080" y="129960"/>
            <a:ext cx="8638920" cy="7610040"/>
          </a:xfrm>
          <a:prstGeom prst="rect">
            <a:avLst/>
          </a:prstGeom>
          <a:noFill/>
          <a:ln w="0">
            <a:noFill/>
          </a:ln>
        </p:spPr>
      </p:pic>
      <p:pic>
        <p:nvPicPr>
          <p:cNvPr id="130" name="Picture 129"/>
          <p:cNvPicPr/>
          <p:nvPr/>
        </p:nvPicPr>
        <p:blipFill>
          <a:blip r:embed="rId3"/>
          <a:stretch/>
        </p:blipFill>
        <p:spPr>
          <a:xfrm>
            <a:off x="9019080" y="2160000"/>
            <a:ext cx="8800920" cy="311436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 name="Picture 130"/>
          <p:cNvPicPr/>
          <p:nvPr/>
        </p:nvPicPr>
        <p:blipFill>
          <a:blip r:embed="rId2"/>
          <a:stretch/>
        </p:blipFill>
        <p:spPr>
          <a:xfrm>
            <a:off x="1080000" y="2520000"/>
            <a:ext cx="16430400" cy="4140000"/>
          </a:xfrm>
          <a:prstGeom prst="rect">
            <a:avLst/>
          </a:prstGeom>
          <a:noFill/>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 name="Picture 131"/>
          <p:cNvPicPr/>
          <p:nvPr/>
        </p:nvPicPr>
        <p:blipFill>
          <a:blip r:embed="rId2"/>
          <a:stretch/>
        </p:blipFill>
        <p:spPr>
          <a:xfrm>
            <a:off x="1821240" y="790920"/>
            <a:ext cx="8438760" cy="8029080"/>
          </a:xfrm>
          <a:prstGeom prst="rect">
            <a:avLst/>
          </a:prstGeom>
          <a:noFill/>
          <a:ln w="0">
            <a:noFill/>
          </a:ln>
        </p:spPr>
      </p:pic>
      <p:pic>
        <p:nvPicPr>
          <p:cNvPr id="133" name="Picture 132"/>
          <p:cNvPicPr/>
          <p:nvPr/>
        </p:nvPicPr>
        <p:blipFill>
          <a:blip r:embed="rId3"/>
          <a:stretch/>
        </p:blipFill>
        <p:spPr>
          <a:xfrm>
            <a:off x="10440000" y="900000"/>
            <a:ext cx="7200000" cy="702000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1260000" y="0"/>
            <a:ext cx="15771240" cy="1986120"/>
          </a:xfrm>
          <a:prstGeom prst="rect">
            <a:avLst/>
          </a:prstGeom>
          <a:noFill/>
          <a:ln w="0">
            <a:noFill/>
          </a:ln>
        </p:spPr>
        <p:txBody>
          <a:bodyPr lIns="0" tIns="0" rIns="0" bIns="0" anchor="ctr">
            <a:spAutoFit/>
          </a:bodyPr>
          <a:lstStyle/>
          <a:p>
            <a:pPr indent="0" algn="ctr">
              <a:buNone/>
            </a:pPr>
            <a:r>
              <a:rPr lang="en-IN" sz="8000" b="1" u="none" strike="noStrike">
                <a:solidFill>
                  <a:srgbClr val="000000"/>
                </a:solidFill>
                <a:effectLst/>
                <a:uFillTx/>
                <a:latin typeface="Times new roman"/>
              </a:rPr>
              <a:t>FRONT END VIEW</a:t>
            </a:r>
          </a:p>
        </p:txBody>
      </p:sp>
      <p:pic>
        <p:nvPicPr>
          <p:cNvPr id="135" name="Picture 134"/>
          <p:cNvPicPr/>
          <p:nvPr/>
        </p:nvPicPr>
        <p:blipFill>
          <a:blip r:embed="rId2"/>
          <a:stretch/>
        </p:blipFill>
        <p:spPr>
          <a:xfrm>
            <a:off x="3960000" y="1986120"/>
            <a:ext cx="10543680" cy="7029000"/>
          </a:xfrm>
          <a:prstGeom prst="rect">
            <a:avLst/>
          </a:prstGeom>
          <a:noFill/>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 name="Picture 135"/>
          <p:cNvPicPr/>
          <p:nvPr/>
        </p:nvPicPr>
        <p:blipFill>
          <a:blip r:embed="rId2"/>
          <a:stretch/>
        </p:blipFill>
        <p:spPr>
          <a:xfrm>
            <a:off x="3960000" y="720000"/>
            <a:ext cx="10429560" cy="9048240"/>
          </a:xfrm>
          <a:prstGeom prst="rect">
            <a:avLst/>
          </a:prstGeom>
          <a:noFill/>
          <a:ln w="0">
            <a:noFill/>
          </a:ln>
        </p:spPr>
      </p:pic>
      <p:sp>
        <p:nvSpPr>
          <p:cNvPr id="137" name="TextBox 136"/>
          <p:cNvSpPr txBox="1"/>
          <p:nvPr/>
        </p:nvSpPr>
        <p:spPr>
          <a:xfrm>
            <a:off x="5940000" y="0"/>
            <a:ext cx="6480000" cy="720000"/>
          </a:xfrm>
          <a:prstGeom prst="rect">
            <a:avLst/>
          </a:prstGeom>
          <a:noFill/>
          <a:ln w="0">
            <a:noFill/>
          </a:ln>
        </p:spPr>
        <p:txBody>
          <a:bodyPr lIns="90000" tIns="45000" rIns="90000" bIns="45000" anchor="t" anchorCtr="1">
            <a:spAutoFit/>
          </a:bodyPr>
          <a:lstStyle/>
          <a:p>
            <a:pPr algn="ctr"/>
            <a:r>
              <a:rPr lang="en-IN" sz="4000" b="1" u="none" strike="noStrike">
                <a:solidFill>
                  <a:srgbClr val="000000"/>
                </a:solidFill>
                <a:effectLst/>
                <a:uFillTx/>
                <a:latin typeface="Times new roman"/>
              </a:rPr>
              <a:t>Price Prediction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248760" y="-366120"/>
            <a:ext cx="15771240" cy="1446120"/>
          </a:xfrm>
          <a:prstGeom prst="rect">
            <a:avLst/>
          </a:prstGeom>
          <a:noFill/>
          <a:ln w="0">
            <a:noFill/>
          </a:ln>
        </p:spPr>
        <p:txBody>
          <a:bodyPr lIns="0" tIns="0" rIns="0" bIns="0" anchor="ctr" anchorCtr="1">
            <a:spAutoFit/>
          </a:bodyPr>
          <a:lstStyle/>
          <a:p>
            <a:pPr indent="0" algn="ctr">
              <a:buNone/>
            </a:pPr>
            <a:r>
              <a:rPr lang="en-IN" sz="4400" b="1" u="none" strike="noStrike">
                <a:solidFill>
                  <a:srgbClr val="000000"/>
                </a:solidFill>
                <a:effectLst/>
                <a:uFillTx/>
                <a:latin typeface="Times new roman"/>
              </a:rPr>
              <a:t>      Price Recommendation</a:t>
            </a:r>
          </a:p>
        </p:txBody>
      </p:sp>
      <p:pic>
        <p:nvPicPr>
          <p:cNvPr id="139" name="Picture 138"/>
          <p:cNvPicPr/>
          <p:nvPr/>
        </p:nvPicPr>
        <p:blipFill>
          <a:blip r:embed="rId2"/>
          <a:stretch/>
        </p:blipFill>
        <p:spPr>
          <a:xfrm>
            <a:off x="3600000" y="851760"/>
            <a:ext cx="10429560" cy="9048240"/>
          </a:xfrm>
          <a:prstGeom prst="rect">
            <a:avLst/>
          </a:prstGeom>
          <a:noFill/>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1328760" y="-6120"/>
            <a:ext cx="15771240" cy="1986120"/>
          </a:xfrm>
          <a:prstGeom prst="rect">
            <a:avLst/>
          </a:prstGeom>
          <a:noFill/>
          <a:ln w="0">
            <a:noFill/>
          </a:ln>
        </p:spPr>
        <p:txBody>
          <a:bodyPr lIns="0" tIns="0" rIns="0" bIns="0" anchor="ctr">
            <a:spAutoFit/>
          </a:bodyPr>
          <a:lstStyle/>
          <a:p>
            <a:pPr indent="0" algn="ctr">
              <a:buNone/>
            </a:pPr>
            <a:r>
              <a:rPr lang="en-IN" sz="8000" b="1" u="none" strike="noStrike" dirty="0">
                <a:solidFill>
                  <a:srgbClr val="000000"/>
                </a:solidFill>
                <a:effectLst/>
                <a:uFillTx/>
                <a:latin typeface="Times new roman"/>
              </a:rPr>
              <a:t>CONCLUSION</a:t>
            </a:r>
          </a:p>
        </p:txBody>
      </p:sp>
      <p:sp>
        <p:nvSpPr>
          <p:cNvPr id="141" name="TextBox 140"/>
          <p:cNvSpPr txBox="1"/>
          <p:nvPr/>
        </p:nvSpPr>
        <p:spPr>
          <a:xfrm>
            <a:off x="3420000" y="1968120"/>
            <a:ext cx="12600000" cy="7391880"/>
          </a:xfrm>
          <a:prstGeom prst="rect">
            <a:avLst/>
          </a:prstGeom>
          <a:noFill/>
          <a:ln w="0">
            <a:noFill/>
          </a:ln>
        </p:spPr>
        <p:txBody>
          <a:bodyPr lIns="90000" tIns="45000" rIns="90000" bIns="45000" anchor="t">
            <a:spAutoFit/>
          </a:bodyPr>
          <a:lstStyle/>
          <a:p>
            <a:pPr marL="216000" indent="-216000" algn="just">
              <a:spcBef>
                <a:spcPts val="1191"/>
              </a:spcBef>
              <a:spcAft>
                <a:spcPts val="992"/>
              </a:spcAft>
              <a:buClr>
                <a:srgbClr val="000000"/>
              </a:buClr>
              <a:buSzPct val="45000"/>
              <a:buFont typeface="Wingdings" charset="2"/>
              <a:buChar char=""/>
            </a:pPr>
            <a:r>
              <a:rPr lang="en-IN" sz="3600" b="0" u="none" strike="noStrike">
                <a:solidFill>
                  <a:srgbClr val="000000"/>
                </a:solidFill>
                <a:effectLst/>
                <a:uFillTx/>
                <a:latin typeface="Times new roman"/>
              </a:rPr>
              <a:t>Successfully developed a machine learning model to predict laptop prices based on key features </a:t>
            </a:r>
          </a:p>
          <a:p>
            <a:pPr marL="216000" indent="-216000" algn="just">
              <a:spcBef>
                <a:spcPts val="1191"/>
              </a:spcBef>
              <a:spcAft>
                <a:spcPts val="992"/>
              </a:spcAft>
              <a:buClr>
                <a:srgbClr val="000000"/>
              </a:buClr>
              <a:buSzPct val="45000"/>
              <a:buFont typeface="Wingdings" charset="2"/>
              <a:buChar char=""/>
            </a:pPr>
            <a:r>
              <a:rPr lang="en-IN" sz="3600" b="0" u="none" strike="noStrike">
                <a:solidFill>
                  <a:srgbClr val="000000"/>
                </a:solidFill>
                <a:effectLst/>
                <a:uFillTx/>
                <a:latin typeface="Times new roman"/>
              </a:rPr>
              <a:t>Achieved accurate and reliable predictions through proper data preprocessing and training </a:t>
            </a:r>
          </a:p>
          <a:p>
            <a:pPr marL="216000" indent="-216000" algn="just">
              <a:spcBef>
                <a:spcPts val="1191"/>
              </a:spcBef>
              <a:spcAft>
                <a:spcPts val="992"/>
              </a:spcAft>
              <a:buClr>
                <a:srgbClr val="000000"/>
              </a:buClr>
              <a:buSzPct val="45000"/>
              <a:buFont typeface="Wingdings" charset="2"/>
              <a:buChar char=""/>
            </a:pPr>
            <a:r>
              <a:rPr lang="en-IN" sz="3600" b="0" u="none" strike="noStrike">
                <a:solidFill>
                  <a:srgbClr val="000000"/>
                </a:solidFill>
                <a:effectLst/>
                <a:uFillTx/>
                <a:latin typeface="Times new roman"/>
              </a:rPr>
              <a:t>Integrated the model with a Flask API for real-time predictions </a:t>
            </a:r>
          </a:p>
          <a:p>
            <a:pPr marL="216000" indent="-216000" algn="just">
              <a:spcBef>
                <a:spcPts val="1191"/>
              </a:spcBef>
              <a:spcAft>
                <a:spcPts val="992"/>
              </a:spcAft>
              <a:buClr>
                <a:srgbClr val="000000"/>
              </a:buClr>
              <a:buSzPct val="45000"/>
              <a:buFont typeface="Wingdings" charset="2"/>
              <a:buChar char=""/>
            </a:pPr>
            <a:r>
              <a:rPr lang="en-IN" sz="3600" b="0" u="none" strike="noStrike">
                <a:solidFill>
                  <a:srgbClr val="000000"/>
                </a:solidFill>
                <a:effectLst/>
                <a:uFillTx/>
                <a:latin typeface="Times new roman"/>
              </a:rPr>
              <a:t>Created a simple and user-friendly interface for easy interaction </a:t>
            </a:r>
          </a:p>
          <a:p>
            <a:pPr marL="216000" indent="-216000" algn="just">
              <a:spcBef>
                <a:spcPts val="1191"/>
              </a:spcBef>
              <a:spcAft>
                <a:spcPts val="992"/>
              </a:spcAft>
              <a:buClr>
                <a:srgbClr val="000000"/>
              </a:buClr>
              <a:buSzPct val="45000"/>
              <a:buFont typeface="Wingdings" charset="2"/>
              <a:buChar char=""/>
            </a:pPr>
            <a:r>
              <a:rPr lang="en-IN" sz="3600" b="0" u="none" strike="noStrike">
                <a:solidFill>
                  <a:srgbClr val="000000"/>
                </a:solidFill>
                <a:effectLst/>
                <a:uFillTx/>
                <a:latin typeface="Times new roman"/>
              </a:rPr>
              <a:t>Demonstrated a practical solution that can be further improved and scaled in the future </a:t>
            </a:r>
          </a:p>
          <a:p>
            <a:endParaRPr lang="en-IN" sz="1000" b="0" u="none" strike="noStrike">
              <a:solidFill>
                <a:srgbClr val="000000"/>
              </a:solidFill>
              <a:effectLst/>
              <a:uFillTx/>
              <a:latin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2209680" y="2247840"/>
            <a:ext cx="14809320" cy="3655440"/>
          </a:xfrm>
          <a:prstGeom prst="rect">
            <a:avLst/>
          </a:prstGeom>
          <a:noFill/>
          <a:ln w="0">
            <a:noFill/>
          </a:ln>
        </p:spPr>
        <p:txBody>
          <a:bodyPr lIns="91440" tIns="45720" rIns="91440" bIns="45720" anchor="b">
            <a:normAutofit/>
          </a:bodyPr>
          <a:lstStyle/>
          <a:p>
            <a:pPr indent="0" algn="ctr" defTabSz="1371600">
              <a:lnSpc>
                <a:spcPct val="90000"/>
              </a:lnSpc>
              <a:buNone/>
              <a:tabLst>
                <a:tab pos="0" algn="l"/>
              </a:tabLst>
            </a:pPr>
            <a:r>
              <a:rPr lang="en-IN" sz="9600" b="1" u="none" strike="noStrike">
                <a:solidFill>
                  <a:schemeClr val="dk1"/>
                </a:solidFill>
                <a:effectLst/>
                <a:uFillTx/>
                <a:latin typeface="Times New Roman"/>
              </a:rPr>
              <a:t>THANK YOU </a:t>
            </a:r>
            <a:endParaRPr lang="en-IN" sz="96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6017</TotalTime>
  <Words>1020</Words>
  <Application>Microsoft Office PowerPoint</Application>
  <PresentationFormat>Custom</PresentationFormat>
  <Paragraphs>113</Paragraphs>
  <Slides>30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Calibri</vt:lpstr>
      <vt:lpstr>Calibri Light</vt:lpstr>
      <vt:lpstr>Symbol</vt:lpstr>
      <vt:lpstr>TimES NEW  ROMAN</vt:lpstr>
      <vt:lpstr>TimES NEW ROMAN</vt:lpstr>
      <vt:lpstr>TimES NEW ROMAN</vt:lpstr>
      <vt:lpstr>TimES NEW ROMAN</vt:lpstr>
      <vt:lpstr>Wingdings</vt:lpstr>
      <vt:lpstr>Office Theme</vt:lpstr>
      <vt:lpstr>  Vivekananda College of Engineering &amp; Technology</vt:lpstr>
      <vt:lpstr>Contents</vt:lpstr>
      <vt:lpstr>ABSTRACT</vt:lpstr>
      <vt:lpstr>INTRODUCTION</vt:lpstr>
      <vt:lpstr>    COMPANY PROFILE</vt:lpstr>
      <vt:lpstr>COMPANY DESCRIPTION</vt:lpstr>
      <vt:lpstr>PROBLEM STATEMENT</vt:lpstr>
      <vt:lpstr>OBJECTIVE</vt:lpstr>
      <vt:lpstr>DATASETS</vt:lpstr>
      <vt:lpstr>LIBRARY USED</vt:lpstr>
      <vt:lpstr>IMPLEMENTATION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API</vt:lpstr>
      <vt:lpstr>OUTCOMES/RESULTS</vt:lpstr>
      <vt:lpstr>PowerPoint Presentation</vt:lpstr>
      <vt:lpstr>PowerPoint Presentation</vt:lpstr>
      <vt:lpstr>PowerPoint Presentation</vt:lpstr>
      <vt:lpstr>PowerPoint Presentation</vt:lpstr>
      <vt:lpstr>FRONT END VIEW</vt:lpstr>
      <vt:lpstr>PowerPoint Presentation</vt:lpstr>
      <vt:lpstr>      Price Recommendation</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Seminar Presentation</dc:title>
  <dc:subject/>
  <dc:creator>Devadatta Bhat</dc:creator>
  <cp:keywords>DAFfHv8tBnY BAEw4UIMEh0</cp:keywords>
  <dc:description/>
  <cp:lastModifiedBy>RASHMI R</cp:lastModifiedBy>
  <cp:revision>270</cp:revision>
  <dcterms:created xsi:type="dcterms:W3CDTF">2023-04-19T04:19:00Z</dcterms:created>
  <dcterms:modified xsi:type="dcterms:W3CDTF">2026-05-11T10:25:27Z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0x0101008301C2465860E646B06EEF43E40A17DD</vt:lpwstr>
  </property>
  <property fmtid="{D5CDD505-2E9C-101B-9397-08002B2CF9AE}" pid="3" name="Created">
    <vt:filetime>2023-04-05T11:00:00Z</vt:filetime>
  </property>
  <property fmtid="{D5CDD505-2E9C-101B-9397-08002B2CF9AE}" pid="4" name="Creator">
    <vt:lpwstr>Canva</vt:lpwstr>
  </property>
  <property fmtid="{D5CDD505-2E9C-101B-9397-08002B2CF9AE}" pid="5" name="ICV">
    <vt:lpwstr>51D16898E5F34F01B2EC78FD561D3C06</vt:lpwstr>
  </property>
  <property fmtid="{D5CDD505-2E9C-101B-9397-08002B2CF9AE}" pid="6" name="KSOProductBuildVer">
    <vt:lpwstr>1033-11.2.0.11225</vt:lpwstr>
  </property>
  <property fmtid="{D5CDD505-2E9C-101B-9397-08002B2CF9AE}" pid="7" name="LastSaved">
    <vt:filetime>2023-04-05T11:00:00Z</vt:filetime>
  </property>
  <property fmtid="{D5CDD505-2E9C-101B-9397-08002B2CF9AE}" pid="8" name="Notes">
    <vt:i4>2</vt:i4>
  </property>
  <property fmtid="{D5CDD505-2E9C-101B-9397-08002B2CF9AE}" pid="9" name="PresentationFormat">
    <vt:lpwstr>Custom</vt:lpwstr>
  </property>
  <property fmtid="{D5CDD505-2E9C-101B-9397-08002B2CF9AE}" pid="10" name="Slides">
    <vt:i4>11</vt:i4>
  </property>
</Properties>
</file>